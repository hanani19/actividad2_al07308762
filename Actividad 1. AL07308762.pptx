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7772400" cy="10058400"/>
  <p:notesSz cx="6858000" cy="9144000"/>
  <p:embeddedFontLst>
    <p:embeddedFont>
      <p:font typeface="Fredoka" charset="1" panose="02000000000000000000"/>
      <p:regular r:id="rId16"/>
    </p:embeddedFont>
    <p:embeddedFont>
      <p:font typeface="Rig Solid Medium Fill" charset="1" panose="00000500000000000000"/>
      <p:regular r:id="rId17"/>
    </p:embeddedFont>
    <p:embeddedFont>
      <p:font typeface="Poppins Bold" charset="1" panose="00000800000000000000"/>
      <p:regular r:id="rId1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777240" y="3279221"/>
            <a:ext cx="6161931" cy="45612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00"/>
              </a:lnSpc>
            </a:pPr>
            <a:r>
              <a:rPr lang="en-US" sz="2500">
                <a:solidFill>
                  <a:srgbClr val="000000"/>
                </a:solidFill>
                <a:latin typeface="Fredoka"/>
                <a:ea typeface="Fredoka"/>
                <a:cs typeface="Fredoka"/>
                <a:sym typeface="Fredoka"/>
              </a:rPr>
              <a:t>TECMILENIO</a:t>
            </a:r>
          </a:p>
          <a:p>
            <a:pPr algn="ctr">
              <a:lnSpc>
                <a:spcPts val="3500"/>
              </a:lnSpc>
            </a:pPr>
          </a:p>
          <a:p>
            <a:pPr algn="ctr">
              <a:lnSpc>
                <a:spcPts val="3500"/>
              </a:lnSpc>
            </a:pPr>
            <a:r>
              <a:rPr lang="en-US" sz="2500">
                <a:solidFill>
                  <a:srgbClr val="000000"/>
                </a:solidFill>
                <a:latin typeface="Fredoka"/>
                <a:ea typeface="Fredoka"/>
                <a:cs typeface="Fredoka"/>
                <a:sym typeface="Fredoka"/>
              </a:rPr>
              <a:t>Campus: Cumb</a:t>
            </a:r>
            <a:r>
              <a:rPr lang="en-US" sz="2500">
                <a:solidFill>
                  <a:srgbClr val="000000"/>
                </a:solidFill>
                <a:latin typeface="Fredoka"/>
                <a:ea typeface="Fredoka"/>
                <a:cs typeface="Fredoka"/>
                <a:sym typeface="Fredoka"/>
              </a:rPr>
              <a:t>res</a:t>
            </a:r>
          </a:p>
          <a:p>
            <a:pPr algn="ctr">
              <a:lnSpc>
                <a:spcPts val="3500"/>
              </a:lnSpc>
            </a:pPr>
          </a:p>
          <a:p>
            <a:pPr algn="ctr">
              <a:lnSpc>
                <a:spcPts val="3500"/>
              </a:lnSpc>
            </a:pPr>
            <a:r>
              <a:rPr lang="en-US" sz="2500">
                <a:solidFill>
                  <a:srgbClr val="000000"/>
                </a:solidFill>
                <a:latin typeface="Fredoka"/>
                <a:ea typeface="Fredoka"/>
                <a:cs typeface="Fredoka"/>
                <a:sym typeface="Fredoka"/>
              </a:rPr>
              <a:t>Alumna: Hanani Sarai Cuautle Escobedo</a:t>
            </a:r>
          </a:p>
          <a:p>
            <a:pPr algn="ctr">
              <a:lnSpc>
                <a:spcPts val="3500"/>
              </a:lnSpc>
            </a:pPr>
          </a:p>
          <a:p>
            <a:pPr algn="ctr">
              <a:lnSpc>
                <a:spcPts val="3500"/>
              </a:lnSpc>
            </a:pPr>
            <a:r>
              <a:rPr lang="en-US" sz="2500">
                <a:solidFill>
                  <a:srgbClr val="000000"/>
                </a:solidFill>
                <a:latin typeface="Fredoka"/>
                <a:ea typeface="Fredoka"/>
                <a:cs typeface="Fredoka"/>
                <a:sym typeface="Fredoka"/>
              </a:rPr>
              <a:t>Matrícula: AL07308762 </a:t>
            </a:r>
          </a:p>
          <a:p>
            <a:pPr algn="ctr">
              <a:lnSpc>
                <a:spcPts val="3500"/>
              </a:lnSpc>
            </a:pPr>
          </a:p>
          <a:p>
            <a:pPr algn="ctr">
              <a:lnSpc>
                <a:spcPts val="3500"/>
              </a:lnSpc>
            </a:pPr>
            <a:r>
              <a:rPr lang="en-US" sz="2500">
                <a:solidFill>
                  <a:srgbClr val="000000"/>
                </a:solidFill>
                <a:latin typeface="Fredoka"/>
                <a:ea typeface="Fredoka"/>
                <a:cs typeface="Fredoka"/>
                <a:sym typeface="Fredoka"/>
              </a:rPr>
              <a:t>Maestra: Edwige Jazmín Novelo Villegas</a:t>
            </a:r>
          </a:p>
          <a:p>
            <a:pPr algn="l">
              <a:lnSpc>
                <a:spcPts val="5040"/>
              </a:lnSpc>
            </a:pP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884804" y="777240"/>
            <a:ext cx="5946803" cy="1843349"/>
          </a:xfrm>
          <a:custGeom>
            <a:avLst/>
            <a:gdLst/>
            <a:ahLst/>
            <a:cxnLst/>
            <a:rect r="r" b="b" t="t" l="l"/>
            <a:pathLst>
              <a:path h="1843349" w="5946803">
                <a:moveTo>
                  <a:pt x="0" y="0"/>
                </a:moveTo>
                <a:lnTo>
                  <a:pt x="5946803" y="0"/>
                </a:lnTo>
                <a:lnTo>
                  <a:pt x="5946803" y="1843349"/>
                </a:lnTo>
                <a:lnTo>
                  <a:pt x="0" y="184334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bg>
      <p:bgPr>
        <a:solidFill>
          <a:srgbClr val="F1EDE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023035" y="211360"/>
            <a:ext cx="3726331" cy="917448"/>
            <a:chOff x="0" y="0"/>
            <a:chExt cx="5097477" cy="125503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92710" y="106680"/>
              <a:ext cx="4993337" cy="1135654"/>
            </a:xfrm>
            <a:custGeom>
              <a:avLst/>
              <a:gdLst/>
              <a:ahLst/>
              <a:cxnLst/>
              <a:rect r="r" b="b" t="t" l="l"/>
              <a:pathLst>
                <a:path h="1135654" w="4993337">
                  <a:moveTo>
                    <a:pt x="4966667" y="946424"/>
                  </a:moveTo>
                  <a:cubicBezTo>
                    <a:pt x="4966667" y="1034054"/>
                    <a:pt x="4890467" y="1105174"/>
                    <a:pt x="4809187" y="1105174"/>
                  </a:cubicBezTo>
                  <a:lnTo>
                    <a:pt x="66040" y="1105174"/>
                  </a:lnTo>
                  <a:cubicBezTo>
                    <a:pt x="43180" y="1105174"/>
                    <a:pt x="20320" y="1100094"/>
                    <a:pt x="0" y="1091204"/>
                  </a:cubicBezTo>
                  <a:cubicBezTo>
                    <a:pt x="26670" y="1119144"/>
                    <a:pt x="63500" y="1135654"/>
                    <a:pt x="125953" y="1135654"/>
                  </a:cubicBezTo>
                  <a:lnTo>
                    <a:pt x="4847287" y="1135654"/>
                  </a:lnTo>
                  <a:cubicBezTo>
                    <a:pt x="4927297" y="1135654"/>
                    <a:pt x="4993337" y="1069614"/>
                    <a:pt x="4993337" y="989604"/>
                  </a:cubicBezTo>
                  <a:lnTo>
                    <a:pt x="4993337" y="95250"/>
                  </a:lnTo>
                  <a:cubicBezTo>
                    <a:pt x="4993337" y="58420"/>
                    <a:pt x="4979367" y="25400"/>
                    <a:pt x="4957777" y="0"/>
                  </a:cubicBezTo>
                  <a:cubicBezTo>
                    <a:pt x="4964127" y="16510"/>
                    <a:pt x="4966667" y="34290"/>
                    <a:pt x="4966667" y="52070"/>
                  </a:cubicBezTo>
                  <a:lnTo>
                    <a:pt x="4966667" y="946424"/>
                  </a:lnTo>
                  <a:close/>
                </a:path>
              </a:pathLst>
            </a:custGeom>
            <a:solidFill>
              <a:srgbClr val="96A6A1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12700" y="12700"/>
              <a:ext cx="5032708" cy="1186454"/>
            </a:xfrm>
            <a:custGeom>
              <a:avLst/>
              <a:gdLst/>
              <a:ahLst/>
              <a:cxnLst/>
              <a:rect r="r" b="b" t="t" l="l"/>
              <a:pathLst>
                <a:path h="1186454" w="5032708">
                  <a:moveTo>
                    <a:pt x="146050" y="1186454"/>
                  </a:moveTo>
                  <a:lnTo>
                    <a:pt x="4886658" y="1186454"/>
                  </a:lnTo>
                  <a:cubicBezTo>
                    <a:pt x="4966667" y="1186454"/>
                    <a:pt x="5032708" y="1120414"/>
                    <a:pt x="5032708" y="1040404"/>
                  </a:cubicBezTo>
                  <a:lnTo>
                    <a:pt x="5032708" y="146050"/>
                  </a:lnTo>
                  <a:cubicBezTo>
                    <a:pt x="5032708" y="66040"/>
                    <a:pt x="4966667" y="0"/>
                    <a:pt x="4886658" y="0"/>
                  </a:cubicBezTo>
                  <a:lnTo>
                    <a:pt x="146050" y="0"/>
                  </a:lnTo>
                  <a:cubicBezTo>
                    <a:pt x="66040" y="0"/>
                    <a:pt x="0" y="66040"/>
                    <a:pt x="0" y="146050"/>
                  </a:cubicBezTo>
                  <a:lnTo>
                    <a:pt x="0" y="1040404"/>
                  </a:lnTo>
                  <a:cubicBezTo>
                    <a:pt x="0" y="1121684"/>
                    <a:pt x="66040" y="1186454"/>
                    <a:pt x="146050" y="1186454"/>
                  </a:cubicBezTo>
                  <a:close/>
                </a:path>
              </a:pathLst>
            </a:custGeom>
            <a:solidFill>
              <a:srgbClr val="F1EDE1"/>
            </a:solidFill>
          </p:spPr>
        </p:sp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5097478" cy="1255034"/>
            </a:xfrm>
            <a:custGeom>
              <a:avLst/>
              <a:gdLst/>
              <a:ahLst/>
              <a:cxnLst/>
              <a:rect r="r" b="b" t="t" l="l"/>
              <a:pathLst>
                <a:path h="1255034" w="5097478">
                  <a:moveTo>
                    <a:pt x="5033977" y="74930"/>
                  </a:moveTo>
                  <a:cubicBezTo>
                    <a:pt x="5006037" y="30480"/>
                    <a:pt x="4956508" y="0"/>
                    <a:pt x="4899358" y="0"/>
                  </a:cubicBezTo>
                  <a:lnTo>
                    <a:pt x="158750" y="0"/>
                  </a:lnTo>
                  <a:cubicBezTo>
                    <a:pt x="71120" y="0"/>
                    <a:pt x="0" y="71120"/>
                    <a:pt x="0" y="158750"/>
                  </a:cubicBezTo>
                  <a:lnTo>
                    <a:pt x="0" y="1053104"/>
                  </a:lnTo>
                  <a:cubicBezTo>
                    <a:pt x="0" y="1105174"/>
                    <a:pt x="25400" y="1150894"/>
                    <a:pt x="63500" y="1180104"/>
                  </a:cubicBezTo>
                  <a:cubicBezTo>
                    <a:pt x="91440" y="1224554"/>
                    <a:pt x="140970" y="1255034"/>
                    <a:pt x="223336" y="1255034"/>
                  </a:cubicBezTo>
                  <a:lnTo>
                    <a:pt x="4938727" y="1255034"/>
                  </a:lnTo>
                  <a:cubicBezTo>
                    <a:pt x="5026358" y="1255034"/>
                    <a:pt x="5097478" y="1183914"/>
                    <a:pt x="5097478" y="1096284"/>
                  </a:cubicBezTo>
                  <a:lnTo>
                    <a:pt x="5097478" y="201930"/>
                  </a:lnTo>
                  <a:cubicBezTo>
                    <a:pt x="5097477" y="149860"/>
                    <a:pt x="5072077" y="104140"/>
                    <a:pt x="5033977" y="74930"/>
                  </a:cubicBezTo>
                  <a:close/>
                  <a:moveTo>
                    <a:pt x="12700" y="1053104"/>
                  </a:moveTo>
                  <a:lnTo>
                    <a:pt x="12700" y="158750"/>
                  </a:lnTo>
                  <a:cubicBezTo>
                    <a:pt x="12700" y="78740"/>
                    <a:pt x="78740" y="12700"/>
                    <a:pt x="158750" y="12700"/>
                  </a:cubicBezTo>
                  <a:lnTo>
                    <a:pt x="4899358" y="12700"/>
                  </a:lnTo>
                  <a:cubicBezTo>
                    <a:pt x="4979367" y="12700"/>
                    <a:pt x="5045408" y="78740"/>
                    <a:pt x="5045408" y="158750"/>
                  </a:cubicBezTo>
                  <a:lnTo>
                    <a:pt x="5045408" y="1053104"/>
                  </a:lnTo>
                  <a:cubicBezTo>
                    <a:pt x="5045408" y="1133114"/>
                    <a:pt x="4979367" y="1199154"/>
                    <a:pt x="4899358" y="1199154"/>
                  </a:cubicBezTo>
                  <a:lnTo>
                    <a:pt x="158750" y="1199154"/>
                  </a:lnTo>
                  <a:cubicBezTo>
                    <a:pt x="78740" y="1199154"/>
                    <a:pt x="12700" y="1134384"/>
                    <a:pt x="12700" y="1053104"/>
                  </a:cubicBezTo>
                  <a:close/>
                  <a:moveTo>
                    <a:pt x="5086047" y="1096284"/>
                  </a:moveTo>
                  <a:cubicBezTo>
                    <a:pt x="5086047" y="1176294"/>
                    <a:pt x="5018737" y="1242334"/>
                    <a:pt x="4938727" y="1242334"/>
                  </a:cubicBezTo>
                  <a:lnTo>
                    <a:pt x="223336" y="1242334"/>
                  </a:lnTo>
                  <a:cubicBezTo>
                    <a:pt x="157480" y="1242334"/>
                    <a:pt x="120650" y="1225824"/>
                    <a:pt x="93980" y="1197884"/>
                  </a:cubicBezTo>
                  <a:cubicBezTo>
                    <a:pt x="114300" y="1206774"/>
                    <a:pt x="135890" y="1211854"/>
                    <a:pt x="160020" y="1211854"/>
                  </a:cubicBezTo>
                  <a:lnTo>
                    <a:pt x="4900627" y="1211854"/>
                  </a:lnTo>
                  <a:cubicBezTo>
                    <a:pt x="4988258" y="1211854"/>
                    <a:pt x="5059378" y="1140734"/>
                    <a:pt x="5059378" y="1053104"/>
                  </a:cubicBezTo>
                  <a:lnTo>
                    <a:pt x="5059378" y="158750"/>
                  </a:lnTo>
                  <a:cubicBezTo>
                    <a:pt x="5059378" y="140970"/>
                    <a:pt x="5055567" y="123190"/>
                    <a:pt x="5050487" y="106680"/>
                  </a:cubicBezTo>
                  <a:cubicBezTo>
                    <a:pt x="5072078" y="132080"/>
                    <a:pt x="5086047" y="165100"/>
                    <a:pt x="5086047" y="201930"/>
                  </a:cubicBezTo>
                  <a:lnTo>
                    <a:pt x="5086047" y="1096284"/>
                  </a:lnTo>
                  <a:close/>
                </a:path>
              </a:pathLst>
            </a:custGeom>
            <a:solidFill>
              <a:srgbClr val="96A6A1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041400" y="1739395"/>
            <a:ext cx="5689600" cy="3396641"/>
            <a:chOff x="0" y="0"/>
            <a:chExt cx="7783155" cy="4646475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92710" y="106680"/>
              <a:ext cx="7679015" cy="4527095"/>
            </a:xfrm>
            <a:custGeom>
              <a:avLst/>
              <a:gdLst/>
              <a:ahLst/>
              <a:cxnLst/>
              <a:rect r="r" b="b" t="t" l="l"/>
              <a:pathLst>
                <a:path h="4527095" w="7679015">
                  <a:moveTo>
                    <a:pt x="7652344" y="4337865"/>
                  </a:moveTo>
                  <a:cubicBezTo>
                    <a:pt x="7652344" y="4425495"/>
                    <a:pt x="7576144" y="4496615"/>
                    <a:pt x="7494865" y="4496615"/>
                  </a:cubicBezTo>
                  <a:lnTo>
                    <a:pt x="66040" y="4496615"/>
                  </a:lnTo>
                  <a:cubicBezTo>
                    <a:pt x="43180" y="4496615"/>
                    <a:pt x="20320" y="4491535"/>
                    <a:pt x="0" y="4482645"/>
                  </a:cubicBezTo>
                  <a:cubicBezTo>
                    <a:pt x="26670" y="4510585"/>
                    <a:pt x="63500" y="4527095"/>
                    <a:pt x="143070" y="4527095"/>
                  </a:cubicBezTo>
                  <a:lnTo>
                    <a:pt x="7532965" y="4527095"/>
                  </a:lnTo>
                  <a:cubicBezTo>
                    <a:pt x="7612975" y="4527095"/>
                    <a:pt x="7679015" y="4461055"/>
                    <a:pt x="7679015" y="4381045"/>
                  </a:cubicBezTo>
                  <a:lnTo>
                    <a:pt x="7679015" y="95250"/>
                  </a:lnTo>
                  <a:cubicBezTo>
                    <a:pt x="7679015" y="58420"/>
                    <a:pt x="7665044" y="25400"/>
                    <a:pt x="7643454" y="0"/>
                  </a:cubicBezTo>
                  <a:cubicBezTo>
                    <a:pt x="7649804" y="16510"/>
                    <a:pt x="7652344" y="34290"/>
                    <a:pt x="7652344" y="52070"/>
                  </a:cubicBezTo>
                  <a:lnTo>
                    <a:pt x="7652344" y="4337865"/>
                  </a:lnTo>
                  <a:close/>
                </a:path>
              </a:pathLst>
            </a:custGeom>
            <a:solidFill>
              <a:srgbClr val="96A6A1"/>
            </a:solid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12700" y="12700"/>
              <a:ext cx="7718385" cy="4577895"/>
            </a:xfrm>
            <a:custGeom>
              <a:avLst/>
              <a:gdLst/>
              <a:ahLst/>
              <a:cxnLst/>
              <a:rect r="r" b="b" t="t" l="l"/>
              <a:pathLst>
                <a:path h="4577895" w="7718385">
                  <a:moveTo>
                    <a:pt x="146050" y="4577895"/>
                  </a:moveTo>
                  <a:lnTo>
                    <a:pt x="7572335" y="4577895"/>
                  </a:lnTo>
                  <a:cubicBezTo>
                    <a:pt x="7652345" y="4577895"/>
                    <a:pt x="7718385" y="4511855"/>
                    <a:pt x="7718385" y="4431845"/>
                  </a:cubicBezTo>
                  <a:lnTo>
                    <a:pt x="7718385" y="146050"/>
                  </a:lnTo>
                  <a:cubicBezTo>
                    <a:pt x="7718385" y="66040"/>
                    <a:pt x="7652345" y="0"/>
                    <a:pt x="7572335" y="0"/>
                  </a:cubicBezTo>
                  <a:lnTo>
                    <a:pt x="146050" y="0"/>
                  </a:lnTo>
                  <a:cubicBezTo>
                    <a:pt x="66040" y="0"/>
                    <a:pt x="0" y="66040"/>
                    <a:pt x="0" y="146050"/>
                  </a:cubicBezTo>
                  <a:lnTo>
                    <a:pt x="0" y="4431845"/>
                  </a:lnTo>
                  <a:cubicBezTo>
                    <a:pt x="0" y="4513125"/>
                    <a:pt x="66040" y="4577895"/>
                    <a:pt x="146050" y="4577895"/>
                  </a:cubicBezTo>
                  <a:close/>
                </a:path>
              </a:pathLst>
            </a:custGeom>
            <a:solidFill>
              <a:srgbClr val="FFBCBC"/>
            </a:solid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7783154" cy="4646475"/>
            </a:xfrm>
            <a:custGeom>
              <a:avLst/>
              <a:gdLst/>
              <a:ahLst/>
              <a:cxnLst/>
              <a:rect r="r" b="b" t="t" l="l"/>
              <a:pathLst>
                <a:path h="4646475" w="7783154">
                  <a:moveTo>
                    <a:pt x="7719654" y="74930"/>
                  </a:moveTo>
                  <a:cubicBezTo>
                    <a:pt x="7691714" y="30480"/>
                    <a:pt x="7642185" y="0"/>
                    <a:pt x="7585035" y="0"/>
                  </a:cubicBezTo>
                  <a:lnTo>
                    <a:pt x="158750" y="0"/>
                  </a:lnTo>
                  <a:cubicBezTo>
                    <a:pt x="71120" y="0"/>
                    <a:pt x="0" y="71120"/>
                    <a:pt x="0" y="158750"/>
                  </a:cubicBezTo>
                  <a:lnTo>
                    <a:pt x="0" y="4444545"/>
                  </a:lnTo>
                  <a:cubicBezTo>
                    <a:pt x="0" y="4496615"/>
                    <a:pt x="25400" y="4542335"/>
                    <a:pt x="63500" y="4571545"/>
                  </a:cubicBezTo>
                  <a:cubicBezTo>
                    <a:pt x="91440" y="4615995"/>
                    <a:pt x="140970" y="4646475"/>
                    <a:pt x="243125" y="4646475"/>
                  </a:cubicBezTo>
                  <a:lnTo>
                    <a:pt x="7624404" y="4646475"/>
                  </a:lnTo>
                  <a:cubicBezTo>
                    <a:pt x="7712035" y="4646475"/>
                    <a:pt x="7783154" y="4575355"/>
                    <a:pt x="7783154" y="4487725"/>
                  </a:cubicBezTo>
                  <a:lnTo>
                    <a:pt x="7783154" y="201930"/>
                  </a:lnTo>
                  <a:cubicBezTo>
                    <a:pt x="7783154" y="149860"/>
                    <a:pt x="7757754" y="104140"/>
                    <a:pt x="7719654" y="74930"/>
                  </a:cubicBezTo>
                  <a:close/>
                  <a:moveTo>
                    <a:pt x="12700" y="4444545"/>
                  </a:moveTo>
                  <a:lnTo>
                    <a:pt x="12700" y="158750"/>
                  </a:lnTo>
                  <a:cubicBezTo>
                    <a:pt x="12700" y="78740"/>
                    <a:pt x="78740" y="12700"/>
                    <a:pt x="158750" y="12700"/>
                  </a:cubicBezTo>
                  <a:lnTo>
                    <a:pt x="7585035" y="12700"/>
                  </a:lnTo>
                  <a:cubicBezTo>
                    <a:pt x="7665045" y="12700"/>
                    <a:pt x="7731085" y="78740"/>
                    <a:pt x="7731085" y="158750"/>
                  </a:cubicBezTo>
                  <a:lnTo>
                    <a:pt x="7731085" y="4444545"/>
                  </a:lnTo>
                  <a:cubicBezTo>
                    <a:pt x="7731085" y="4524555"/>
                    <a:pt x="7665045" y="4590595"/>
                    <a:pt x="7585035" y="4590595"/>
                  </a:cubicBezTo>
                  <a:lnTo>
                    <a:pt x="158750" y="4590595"/>
                  </a:lnTo>
                  <a:cubicBezTo>
                    <a:pt x="78740" y="4590595"/>
                    <a:pt x="12700" y="4525825"/>
                    <a:pt x="12700" y="4444545"/>
                  </a:cubicBezTo>
                  <a:close/>
                  <a:moveTo>
                    <a:pt x="7771725" y="4487725"/>
                  </a:moveTo>
                  <a:cubicBezTo>
                    <a:pt x="7771725" y="4567735"/>
                    <a:pt x="7704414" y="4633775"/>
                    <a:pt x="7624404" y="4633775"/>
                  </a:cubicBezTo>
                  <a:lnTo>
                    <a:pt x="243125" y="4633775"/>
                  </a:lnTo>
                  <a:cubicBezTo>
                    <a:pt x="157480" y="4633775"/>
                    <a:pt x="120650" y="4617265"/>
                    <a:pt x="93980" y="4589325"/>
                  </a:cubicBezTo>
                  <a:cubicBezTo>
                    <a:pt x="114300" y="4598215"/>
                    <a:pt x="135890" y="4603295"/>
                    <a:pt x="160020" y="4603295"/>
                  </a:cubicBezTo>
                  <a:lnTo>
                    <a:pt x="7586304" y="4603295"/>
                  </a:lnTo>
                  <a:cubicBezTo>
                    <a:pt x="7673935" y="4603295"/>
                    <a:pt x="7745054" y="4532175"/>
                    <a:pt x="7745054" y="4444545"/>
                  </a:cubicBezTo>
                  <a:lnTo>
                    <a:pt x="7745054" y="158750"/>
                  </a:lnTo>
                  <a:cubicBezTo>
                    <a:pt x="7745054" y="140970"/>
                    <a:pt x="7741245" y="123190"/>
                    <a:pt x="7736164" y="106680"/>
                  </a:cubicBezTo>
                  <a:cubicBezTo>
                    <a:pt x="7757754" y="132080"/>
                    <a:pt x="7771725" y="165100"/>
                    <a:pt x="7771725" y="201930"/>
                  </a:cubicBezTo>
                  <a:lnTo>
                    <a:pt x="7771725" y="4487725"/>
                  </a:lnTo>
                  <a:close/>
                </a:path>
              </a:pathLst>
            </a:custGeom>
            <a:solidFill>
              <a:srgbClr val="96A6A1"/>
            </a:solid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2375512" y="321752"/>
            <a:ext cx="3021376" cy="6832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86"/>
              </a:lnSpc>
            </a:pPr>
            <a:r>
              <a:rPr lang="en-US" b="true" sz="2534" spc="119">
                <a:solidFill>
                  <a:srgbClr val="000000"/>
                </a:solidFill>
                <a:latin typeface="Rig Solid Medium Fill"/>
                <a:ea typeface="Rig Solid Medium Fill"/>
                <a:cs typeface="Rig Solid Medium Fill"/>
                <a:sym typeface="Rig Solid Medium Fill"/>
              </a:rPr>
              <a:t>RUTINA MAÑANA</a:t>
            </a:r>
          </a:p>
          <a:p>
            <a:pPr algn="ctr">
              <a:lnSpc>
                <a:spcPts val="2686"/>
              </a:lnSpc>
            </a:pPr>
            <a:r>
              <a:rPr lang="en-US" b="true" sz="2534" spc="119">
                <a:solidFill>
                  <a:srgbClr val="000000"/>
                </a:solidFill>
                <a:latin typeface="Rig Solid Medium Fill"/>
                <a:ea typeface="Rig Solid Medium Fill"/>
                <a:cs typeface="Rig Solid Medium Fill"/>
                <a:sym typeface="Rig Solid Medium Fill"/>
              </a:rPr>
              <a:t>EJERCICIO 1 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1451856" y="2133406"/>
            <a:ext cx="205509" cy="226536"/>
            <a:chOff x="0" y="0"/>
            <a:chExt cx="496913" cy="547756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92710" y="106680"/>
              <a:ext cx="392773" cy="428376"/>
            </a:xfrm>
            <a:custGeom>
              <a:avLst/>
              <a:gdLst/>
              <a:ahLst/>
              <a:cxnLst/>
              <a:rect r="r" b="b" t="t" l="l"/>
              <a:pathLst>
                <a:path h="428376" w="392773">
                  <a:moveTo>
                    <a:pt x="366103" y="239146"/>
                  </a:moveTo>
                  <a:cubicBezTo>
                    <a:pt x="366103" y="326776"/>
                    <a:pt x="289903" y="397896"/>
                    <a:pt x="208623" y="397896"/>
                  </a:cubicBezTo>
                  <a:lnTo>
                    <a:pt x="66040" y="397896"/>
                  </a:lnTo>
                  <a:cubicBezTo>
                    <a:pt x="43180" y="397896"/>
                    <a:pt x="20320" y="392816"/>
                    <a:pt x="0" y="383926"/>
                  </a:cubicBezTo>
                  <a:cubicBezTo>
                    <a:pt x="26670" y="411866"/>
                    <a:pt x="63500" y="428376"/>
                    <a:pt x="96630" y="428376"/>
                  </a:cubicBezTo>
                  <a:lnTo>
                    <a:pt x="246723" y="428376"/>
                  </a:lnTo>
                  <a:cubicBezTo>
                    <a:pt x="326733" y="428376"/>
                    <a:pt x="392773" y="362336"/>
                    <a:pt x="392773" y="282326"/>
                  </a:cubicBezTo>
                  <a:lnTo>
                    <a:pt x="392773" y="95250"/>
                  </a:lnTo>
                  <a:cubicBezTo>
                    <a:pt x="392773" y="58420"/>
                    <a:pt x="378803" y="25400"/>
                    <a:pt x="357213" y="0"/>
                  </a:cubicBezTo>
                  <a:cubicBezTo>
                    <a:pt x="363563" y="16510"/>
                    <a:pt x="366103" y="34290"/>
                    <a:pt x="366103" y="52070"/>
                  </a:cubicBezTo>
                  <a:lnTo>
                    <a:pt x="366103" y="239146"/>
                  </a:lnTo>
                  <a:close/>
                </a:path>
              </a:pathLst>
            </a:custGeom>
            <a:solidFill>
              <a:srgbClr val="96A6A1"/>
            </a:solid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12700" y="12700"/>
              <a:ext cx="432143" cy="479176"/>
            </a:xfrm>
            <a:custGeom>
              <a:avLst/>
              <a:gdLst/>
              <a:ahLst/>
              <a:cxnLst/>
              <a:rect r="r" b="b" t="t" l="l"/>
              <a:pathLst>
                <a:path h="479176" w="432143">
                  <a:moveTo>
                    <a:pt x="146050" y="479176"/>
                  </a:moveTo>
                  <a:lnTo>
                    <a:pt x="286093" y="479176"/>
                  </a:lnTo>
                  <a:cubicBezTo>
                    <a:pt x="366103" y="479176"/>
                    <a:pt x="432143" y="413136"/>
                    <a:pt x="432143" y="333126"/>
                  </a:cubicBezTo>
                  <a:lnTo>
                    <a:pt x="432143" y="146050"/>
                  </a:lnTo>
                  <a:cubicBezTo>
                    <a:pt x="432143" y="66040"/>
                    <a:pt x="366103" y="0"/>
                    <a:pt x="286093" y="0"/>
                  </a:cubicBezTo>
                  <a:lnTo>
                    <a:pt x="146050" y="0"/>
                  </a:lnTo>
                  <a:cubicBezTo>
                    <a:pt x="66040" y="0"/>
                    <a:pt x="0" y="66040"/>
                    <a:pt x="0" y="146050"/>
                  </a:cubicBezTo>
                  <a:lnTo>
                    <a:pt x="0" y="333126"/>
                  </a:lnTo>
                  <a:cubicBezTo>
                    <a:pt x="0" y="414406"/>
                    <a:pt x="66040" y="479176"/>
                    <a:pt x="146050" y="479176"/>
                  </a:cubicBezTo>
                  <a:close/>
                </a:path>
              </a:pathLst>
            </a:custGeom>
            <a:solidFill>
              <a:srgbClr val="F1EDE1"/>
            </a:solidFill>
          </p:spPr>
        </p:sp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496913" cy="547756"/>
            </a:xfrm>
            <a:custGeom>
              <a:avLst/>
              <a:gdLst/>
              <a:ahLst/>
              <a:cxnLst/>
              <a:rect r="r" b="b" t="t" l="l"/>
              <a:pathLst>
                <a:path h="547756" w="496913">
                  <a:moveTo>
                    <a:pt x="433413" y="74930"/>
                  </a:moveTo>
                  <a:cubicBezTo>
                    <a:pt x="405473" y="30480"/>
                    <a:pt x="355943" y="0"/>
                    <a:pt x="298793" y="0"/>
                  </a:cubicBezTo>
                  <a:lnTo>
                    <a:pt x="158750" y="0"/>
                  </a:lnTo>
                  <a:cubicBezTo>
                    <a:pt x="71120" y="0"/>
                    <a:pt x="0" y="71120"/>
                    <a:pt x="0" y="158750"/>
                  </a:cubicBezTo>
                  <a:lnTo>
                    <a:pt x="0" y="345826"/>
                  </a:lnTo>
                  <a:cubicBezTo>
                    <a:pt x="0" y="397896"/>
                    <a:pt x="25400" y="443616"/>
                    <a:pt x="63500" y="472826"/>
                  </a:cubicBezTo>
                  <a:cubicBezTo>
                    <a:pt x="91440" y="517276"/>
                    <a:pt x="140970" y="547756"/>
                    <a:pt x="189439" y="547756"/>
                  </a:cubicBezTo>
                  <a:lnTo>
                    <a:pt x="338163" y="547756"/>
                  </a:lnTo>
                  <a:cubicBezTo>
                    <a:pt x="425793" y="547756"/>
                    <a:pt x="496913" y="476636"/>
                    <a:pt x="496913" y="389006"/>
                  </a:cubicBezTo>
                  <a:lnTo>
                    <a:pt x="496913" y="201930"/>
                  </a:lnTo>
                  <a:cubicBezTo>
                    <a:pt x="496913" y="149860"/>
                    <a:pt x="471513" y="104140"/>
                    <a:pt x="433413" y="74930"/>
                  </a:cubicBezTo>
                  <a:close/>
                  <a:moveTo>
                    <a:pt x="12700" y="345826"/>
                  </a:moveTo>
                  <a:lnTo>
                    <a:pt x="12700" y="158750"/>
                  </a:lnTo>
                  <a:cubicBezTo>
                    <a:pt x="12700" y="78740"/>
                    <a:pt x="78740" y="12700"/>
                    <a:pt x="158750" y="12700"/>
                  </a:cubicBezTo>
                  <a:lnTo>
                    <a:pt x="298793" y="12700"/>
                  </a:lnTo>
                  <a:cubicBezTo>
                    <a:pt x="378803" y="12700"/>
                    <a:pt x="444843" y="78740"/>
                    <a:pt x="444843" y="158750"/>
                  </a:cubicBezTo>
                  <a:lnTo>
                    <a:pt x="444843" y="345826"/>
                  </a:lnTo>
                  <a:cubicBezTo>
                    <a:pt x="444843" y="425836"/>
                    <a:pt x="378803" y="491876"/>
                    <a:pt x="298793" y="491876"/>
                  </a:cubicBezTo>
                  <a:lnTo>
                    <a:pt x="158750" y="491876"/>
                  </a:lnTo>
                  <a:cubicBezTo>
                    <a:pt x="78740" y="491876"/>
                    <a:pt x="12700" y="427106"/>
                    <a:pt x="12700" y="345826"/>
                  </a:cubicBezTo>
                  <a:close/>
                  <a:moveTo>
                    <a:pt x="485483" y="389006"/>
                  </a:moveTo>
                  <a:cubicBezTo>
                    <a:pt x="485483" y="469016"/>
                    <a:pt x="418173" y="535056"/>
                    <a:pt x="338163" y="535056"/>
                  </a:cubicBezTo>
                  <a:lnTo>
                    <a:pt x="189439" y="535056"/>
                  </a:lnTo>
                  <a:cubicBezTo>
                    <a:pt x="157480" y="535056"/>
                    <a:pt x="120650" y="518546"/>
                    <a:pt x="93980" y="490606"/>
                  </a:cubicBezTo>
                  <a:cubicBezTo>
                    <a:pt x="114300" y="499496"/>
                    <a:pt x="135890" y="504576"/>
                    <a:pt x="160020" y="504576"/>
                  </a:cubicBezTo>
                  <a:lnTo>
                    <a:pt x="300063" y="504576"/>
                  </a:lnTo>
                  <a:cubicBezTo>
                    <a:pt x="387693" y="504576"/>
                    <a:pt x="458813" y="433456"/>
                    <a:pt x="458813" y="345826"/>
                  </a:cubicBezTo>
                  <a:lnTo>
                    <a:pt x="458813" y="158750"/>
                  </a:lnTo>
                  <a:cubicBezTo>
                    <a:pt x="458813" y="140970"/>
                    <a:pt x="455003" y="123190"/>
                    <a:pt x="449923" y="106680"/>
                  </a:cubicBezTo>
                  <a:cubicBezTo>
                    <a:pt x="471513" y="132080"/>
                    <a:pt x="485483" y="165100"/>
                    <a:pt x="485483" y="201930"/>
                  </a:cubicBezTo>
                  <a:lnTo>
                    <a:pt x="485483" y="389006"/>
                  </a:lnTo>
                  <a:close/>
                </a:path>
              </a:pathLst>
            </a:custGeom>
            <a:solidFill>
              <a:srgbClr val="96A6A1"/>
            </a:solid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1451856" y="2562353"/>
            <a:ext cx="205509" cy="226536"/>
            <a:chOff x="0" y="0"/>
            <a:chExt cx="496913" cy="547756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92710" y="106680"/>
              <a:ext cx="392773" cy="428376"/>
            </a:xfrm>
            <a:custGeom>
              <a:avLst/>
              <a:gdLst/>
              <a:ahLst/>
              <a:cxnLst/>
              <a:rect r="r" b="b" t="t" l="l"/>
              <a:pathLst>
                <a:path h="428376" w="392773">
                  <a:moveTo>
                    <a:pt x="366103" y="239146"/>
                  </a:moveTo>
                  <a:cubicBezTo>
                    <a:pt x="366103" y="326776"/>
                    <a:pt x="289903" y="397896"/>
                    <a:pt x="208623" y="397896"/>
                  </a:cubicBezTo>
                  <a:lnTo>
                    <a:pt x="66040" y="397896"/>
                  </a:lnTo>
                  <a:cubicBezTo>
                    <a:pt x="43180" y="397896"/>
                    <a:pt x="20320" y="392816"/>
                    <a:pt x="0" y="383926"/>
                  </a:cubicBezTo>
                  <a:cubicBezTo>
                    <a:pt x="26670" y="411866"/>
                    <a:pt x="63500" y="428376"/>
                    <a:pt x="96630" y="428376"/>
                  </a:cubicBezTo>
                  <a:lnTo>
                    <a:pt x="246723" y="428376"/>
                  </a:lnTo>
                  <a:cubicBezTo>
                    <a:pt x="326733" y="428376"/>
                    <a:pt x="392773" y="362336"/>
                    <a:pt x="392773" y="282326"/>
                  </a:cubicBezTo>
                  <a:lnTo>
                    <a:pt x="392773" y="95250"/>
                  </a:lnTo>
                  <a:cubicBezTo>
                    <a:pt x="392773" y="58420"/>
                    <a:pt x="378803" y="25400"/>
                    <a:pt x="357213" y="0"/>
                  </a:cubicBezTo>
                  <a:cubicBezTo>
                    <a:pt x="363563" y="16510"/>
                    <a:pt x="366103" y="34290"/>
                    <a:pt x="366103" y="52070"/>
                  </a:cubicBezTo>
                  <a:lnTo>
                    <a:pt x="366103" y="239146"/>
                  </a:lnTo>
                  <a:close/>
                </a:path>
              </a:pathLst>
            </a:custGeom>
            <a:solidFill>
              <a:srgbClr val="96A6A1"/>
            </a:solidFill>
          </p:spPr>
        </p:sp>
        <p:sp>
          <p:nvSpPr>
            <p:cNvPr name="Freeform 17" id="17"/>
            <p:cNvSpPr/>
            <p:nvPr/>
          </p:nvSpPr>
          <p:spPr>
            <a:xfrm flipH="false" flipV="false" rot="0">
              <a:off x="12700" y="12700"/>
              <a:ext cx="432143" cy="479176"/>
            </a:xfrm>
            <a:custGeom>
              <a:avLst/>
              <a:gdLst/>
              <a:ahLst/>
              <a:cxnLst/>
              <a:rect r="r" b="b" t="t" l="l"/>
              <a:pathLst>
                <a:path h="479176" w="432143">
                  <a:moveTo>
                    <a:pt x="146050" y="479176"/>
                  </a:moveTo>
                  <a:lnTo>
                    <a:pt x="286093" y="479176"/>
                  </a:lnTo>
                  <a:cubicBezTo>
                    <a:pt x="366103" y="479176"/>
                    <a:pt x="432143" y="413136"/>
                    <a:pt x="432143" y="333126"/>
                  </a:cubicBezTo>
                  <a:lnTo>
                    <a:pt x="432143" y="146050"/>
                  </a:lnTo>
                  <a:cubicBezTo>
                    <a:pt x="432143" y="66040"/>
                    <a:pt x="366103" y="0"/>
                    <a:pt x="286093" y="0"/>
                  </a:cubicBezTo>
                  <a:lnTo>
                    <a:pt x="146050" y="0"/>
                  </a:lnTo>
                  <a:cubicBezTo>
                    <a:pt x="66040" y="0"/>
                    <a:pt x="0" y="66040"/>
                    <a:pt x="0" y="146050"/>
                  </a:cubicBezTo>
                  <a:lnTo>
                    <a:pt x="0" y="333126"/>
                  </a:lnTo>
                  <a:cubicBezTo>
                    <a:pt x="0" y="414406"/>
                    <a:pt x="66040" y="479176"/>
                    <a:pt x="146050" y="479176"/>
                  </a:cubicBezTo>
                  <a:close/>
                </a:path>
              </a:pathLst>
            </a:custGeom>
            <a:solidFill>
              <a:srgbClr val="F1EDE1"/>
            </a:solidFill>
          </p:spPr>
        </p:sp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496913" cy="547756"/>
            </a:xfrm>
            <a:custGeom>
              <a:avLst/>
              <a:gdLst/>
              <a:ahLst/>
              <a:cxnLst/>
              <a:rect r="r" b="b" t="t" l="l"/>
              <a:pathLst>
                <a:path h="547756" w="496913">
                  <a:moveTo>
                    <a:pt x="433413" y="74930"/>
                  </a:moveTo>
                  <a:cubicBezTo>
                    <a:pt x="405473" y="30480"/>
                    <a:pt x="355943" y="0"/>
                    <a:pt x="298793" y="0"/>
                  </a:cubicBezTo>
                  <a:lnTo>
                    <a:pt x="158750" y="0"/>
                  </a:lnTo>
                  <a:cubicBezTo>
                    <a:pt x="71120" y="0"/>
                    <a:pt x="0" y="71120"/>
                    <a:pt x="0" y="158750"/>
                  </a:cubicBezTo>
                  <a:lnTo>
                    <a:pt x="0" y="345826"/>
                  </a:lnTo>
                  <a:cubicBezTo>
                    <a:pt x="0" y="397896"/>
                    <a:pt x="25400" y="443616"/>
                    <a:pt x="63500" y="472826"/>
                  </a:cubicBezTo>
                  <a:cubicBezTo>
                    <a:pt x="91440" y="517276"/>
                    <a:pt x="140970" y="547756"/>
                    <a:pt x="189439" y="547756"/>
                  </a:cubicBezTo>
                  <a:lnTo>
                    <a:pt x="338163" y="547756"/>
                  </a:lnTo>
                  <a:cubicBezTo>
                    <a:pt x="425793" y="547756"/>
                    <a:pt x="496913" y="476636"/>
                    <a:pt x="496913" y="389006"/>
                  </a:cubicBezTo>
                  <a:lnTo>
                    <a:pt x="496913" y="201930"/>
                  </a:lnTo>
                  <a:cubicBezTo>
                    <a:pt x="496913" y="149860"/>
                    <a:pt x="471513" y="104140"/>
                    <a:pt x="433413" y="74930"/>
                  </a:cubicBezTo>
                  <a:close/>
                  <a:moveTo>
                    <a:pt x="12700" y="345826"/>
                  </a:moveTo>
                  <a:lnTo>
                    <a:pt x="12700" y="158750"/>
                  </a:lnTo>
                  <a:cubicBezTo>
                    <a:pt x="12700" y="78740"/>
                    <a:pt x="78740" y="12700"/>
                    <a:pt x="158750" y="12700"/>
                  </a:cubicBezTo>
                  <a:lnTo>
                    <a:pt x="298793" y="12700"/>
                  </a:lnTo>
                  <a:cubicBezTo>
                    <a:pt x="378803" y="12700"/>
                    <a:pt x="444843" y="78740"/>
                    <a:pt x="444843" y="158750"/>
                  </a:cubicBezTo>
                  <a:lnTo>
                    <a:pt x="444843" y="345826"/>
                  </a:lnTo>
                  <a:cubicBezTo>
                    <a:pt x="444843" y="425836"/>
                    <a:pt x="378803" y="491876"/>
                    <a:pt x="298793" y="491876"/>
                  </a:cubicBezTo>
                  <a:lnTo>
                    <a:pt x="158750" y="491876"/>
                  </a:lnTo>
                  <a:cubicBezTo>
                    <a:pt x="78740" y="491876"/>
                    <a:pt x="12700" y="427106"/>
                    <a:pt x="12700" y="345826"/>
                  </a:cubicBezTo>
                  <a:close/>
                  <a:moveTo>
                    <a:pt x="485483" y="389006"/>
                  </a:moveTo>
                  <a:cubicBezTo>
                    <a:pt x="485483" y="469016"/>
                    <a:pt x="418173" y="535056"/>
                    <a:pt x="338163" y="535056"/>
                  </a:cubicBezTo>
                  <a:lnTo>
                    <a:pt x="189439" y="535056"/>
                  </a:lnTo>
                  <a:cubicBezTo>
                    <a:pt x="157480" y="535056"/>
                    <a:pt x="120650" y="518546"/>
                    <a:pt x="93980" y="490606"/>
                  </a:cubicBezTo>
                  <a:cubicBezTo>
                    <a:pt x="114300" y="499496"/>
                    <a:pt x="135890" y="504576"/>
                    <a:pt x="160020" y="504576"/>
                  </a:cubicBezTo>
                  <a:lnTo>
                    <a:pt x="300063" y="504576"/>
                  </a:lnTo>
                  <a:cubicBezTo>
                    <a:pt x="387693" y="504576"/>
                    <a:pt x="458813" y="433456"/>
                    <a:pt x="458813" y="345826"/>
                  </a:cubicBezTo>
                  <a:lnTo>
                    <a:pt x="458813" y="158750"/>
                  </a:lnTo>
                  <a:cubicBezTo>
                    <a:pt x="458813" y="140970"/>
                    <a:pt x="455003" y="123190"/>
                    <a:pt x="449923" y="106680"/>
                  </a:cubicBezTo>
                  <a:cubicBezTo>
                    <a:pt x="471513" y="132080"/>
                    <a:pt x="485483" y="165100"/>
                    <a:pt x="485483" y="201930"/>
                  </a:cubicBezTo>
                  <a:lnTo>
                    <a:pt x="485483" y="389006"/>
                  </a:lnTo>
                  <a:close/>
                </a:path>
              </a:pathLst>
            </a:custGeom>
            <a:solidFill>
              <a:srgbClr val="96A6A1"/>
            </a:solidFill>
          </p:spPr>
        </p:sp>
      </p:grpSp>
      <p:sp>
        <p:nvSpPr>
          <p:cNvPr name="AutoShape 19" id="19"/>
          <p:cNvSpPr/>
          <p:nvPr/>
        </p:nvSpPr>
        <p:spPr>
          <a:xfrm>
            <a:off x="1811760" y="2405544"/>
            <a:ext cx="4508784" cy="0"/>
          </a:xfrm>
          <a:prstGeom prst="line">
            <a:avLst/>
          </a:prstGeom>
          <a:ln cap="flat" w="9525">
            <a:solidFill>
              <a:srgbClr val="96A6A1"/>
            </a:solidFill>
            <a:prstDash val="lgDash"/>
            <a:headEnd type="none" len="sm" w="sm"/>
            <a:tailEnd type="none" len="sm" w="sm"/>
          </a:ln>
        </p:spPr>
      </p:sp>
      <p:sp>
        <p:nvSpPr>
          <p:cNvPr name="AutoShape 20" id="20"/>
          <p:cNvSpPr/>
          <p:nvPr/>
        </p:nvSpPr>
        <p:spPr>
          <a:xfrm rot="0">
            <a:off x="1811760" y="2830011"/>
            <a:ext cx="4508784" cy="0"/>
          </a:xfrm>
          <a:prstGeom prst="line">
            <a:avLst/>
          </a:prstGeom>
          <a:ln cap="flat" w="9525">
            <a:solidFill>
              <a:srgbClr val="96A6A1"/>
            </a:solidFill>
            <a:prstDash val="lgDash"/>
            <a:headEnd type="none" len="sm" w="sm"/>
            <a:tailEnd type="none" len="sm" w="sm"/>
          </a:ln>
        </p:spPr>
      </p:sp>
      <p:grpSp>
        <p:nvGrpSpPr>
          <p:cNvPr name="Group 21" id="21"/>
          <p:cNvGrpSpPr/>
          <p:nvPr/>
        </p:nvGrpSpPr>
        <p:grpSpPr>
          <a:xfrm rot="0">
            <a:off x="1451856" y="2991301"/>
            <a:ext cx="205509" cy="226536"/>
            <a:chOff x="0" y="0"/>
            <a:chExt cx="496913" cy="547756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92710" y="106680"/>
              <a:ext cx="392773" cy="428376"/>
            </a:xfrm>
            <a:custGeom>
              <a:avLst/>
              <a:gdLst/>
              <a:ahLst/>
              <a:cxnLst/>
              <a:rect r="r" b="b" t="t" l="l"/>
              <a:pathLst>
                <a:path h="428376" w="392773">
                  <a:moveTo>
                    <a:pt x="366103" y="239146"/>
                  </a:moveTo>
                  <a:cubicBezTo>
                    <a:pt x="366103" y="326776"/>
                    <a:pt x="289903" y="397896"/>
                    <a:pt x="208623" y="397896"/>
                  </a:cubicBezTo>
                  <a:lnTo>
                    <a:pt x="66040" y="397896"/>
                  </a:lnTo>
                  <a:cubicBezTo>
                    <a:pt x="43180" y="397896"/>
                    <a:pt x="20320" y="392816"/>
                    <a:pt x="0" y="383926"/>
                  </a:cubicBezTo>
                  <a:cubicBezTo>
                    <a:pt x="26670" y="411866"/>
                    <a:pt x="63500" y="428376"/>
                    <a:pt x="96630" y="428376"/>
                  </a:cubicBezTo>
                  <a:lnTo>
                    <a:pt x="246723" y="428376"/>
                  </a:lnTo>
                  <a:cubicBezTo>
                    <a:pt x="326733" y="428376"/>
                    <a:pt x="392773" y="362336"/>
                    <a:pt x="392773" y="282326"/>
                  </a:cubicBezTo>
                  <a:lnTo>
                    <a:pt x="392773" y="95250"/>
                  </a:lnTo>
                  <a:cubicBezTo>
                    <a:pt x="392773" y="58420"/>
                    <a:pt x="378803" y="25400"/>
                    <a:pt x="357213" y="0"/>
                  </a:cubicBezTo>
                  <a:cubicBezTo>
                    <a:pt x="363563" y="16510"/>
                    <a:pt x="366103" y="34290"/>
                    <a:pt x="366103" y="52070"/>
                  </a:cubicBezTo>
                  <a:lnTo>
                    <a:pt x="366103" y="239146"/>
                  </a:lnTo>
                  <a:close/>
                </a:path>
              </a:pathLst>
            </a:custGeom>
            <a:solidFill>
              <a:srgbClr val="96A6A1"/>
            </a:solidFill>
          </p:spPr>
        </p:sp>
        <p:sp>
          <p:nvSpPr>
            <p:cNvPr name="Freeform 23" id="23"/>
            <p:cNvSpPr/>
            <p:nvPr/>
          </p:nvSpPr>
          <p:spPr>
            <a:xfrm flipH="false" flipV="false" rot="0">
              <a:off x="12700" y="12700"/>
              <a:ext cx="432143" cy="479176"/>
            </a:xfrm>
            <a:custGeom>
              <a:avLst/>
              <a:gdLst/>
              <a:ahLst/>
              <a:cxnLst/>
              <a:rect r="r" b="b" t="t" l="l"/>
              <a:pathLst>
                <a:path h="479176" w="432143">
                  <a:moveTo>
                    <a:pt x="146050" y="479176"/>
                  </a:moveTo>
                  <a:lnTo>
                    <a:pt x="286093" y="479176"/>
                  </a:lnTo>
                  <a:cubicBezTo>
                    <a:pt x="366103" y="479176"/>
                    <a:pt x="432143" y="413136"/>
                    <a:pt x="432143" y="333126"/>
                  </a:cubicBezTo>
                  <a:lnTo>
                    <a:pt x="432143" y="146050"/>
                  </a:lnTo>
                  <a:cubicBezTo>
                    <a:pt x="432143" y="66040"/>
                    <a:pt x="366103" y="0"/>
                    <a:pt x="286093" y="0"/>
                  </a:cubicBezTo>
                  <a:lnTo>
                    <a:pt x="146050" y="0"/>
                  </a:lnTo>
                  <a:cubicBezTo>
                    <a:pt x="66040" y="0"/>
                    <a:pt x="0" y="66040"/>
                    <a:pt x="0" y="146050"/>
                  </a:cubicBezTo>
                  <a:lnTo>
                    <a:pt x="0" y="333126"/>
                  </a:lnTo>
                  <a:cubicBezTo>
                    <a:pt x="0" y="414406"/>
                    <a:pt x="66040" y="479176"/>
                    <a:pt x="146050" y="479176"/>
                  </a:cubicBezTo>
                  <a:close/>
                </a:path>
              </a:pathLst>
            </a:custGeom>
            <a:solidFill>
              <a:srgbClr val="F1EDE1"/>
            </a:solidFill>
          </p:spPr>
        </p:sp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496913" cy="547756"/>
            </a:xfrm>
            <a:custGeom>
              <a:avLst/>
              <a:gdLst/>
              <a:ahLst/>
              <a:cxnLst/>
              <a:rect r="r" b="b" t="t" l="l"/>
              <a:pathLst>
                <a:path h="547756" w="496913">
                  <a:moveTo>
                    <a:pt x="433413" y="74930"/>
                  </a:moveTo>
                  <a:cubicBezTo>
                    <a:pt x="405473" y="30480"/>
                    <a:pt x="355943" y="0"/>
                    <a:pt x="298793" y="0"/>
                  </a:cubicBezTo>
                  <a:lnTo>
                    <a:pt x="158750" y="0"/>
                  </a:lnTo>
                  <a:cubicBezTo>
                    <a:pt x="71120" y="0"/>
                    <a:pt x="0" y="71120"/>
                    <a:pt x="0" y="158750"/>
                  </a:cubicBezTo>
                  <a:lnTo>
                    <a:pt x="0" y="345826"/>
                  </a:lnTo>
                  <a:cubicBezTo>
                    <a:pt x="0" y="397896"/>
                    <a:pt x="25400" y="443616"/>
                    <a:pt x="63500" y="472826"/>
                  </a:cubicBezTo>
                  <a:cubicBezTo>
                    <a:pt x="91440" y="517276"/>
                    <a:pt x="140970" y="547756"/>
                    <a:pt x="189439" y="547756"/>
                  </a:cubicBezTo>
                  <a:lnTo>
                    <a:pt x="338163" y="547756"/>
                  </a:lnTo>
                  <a:cubicBezTo>
                    <a:pt x="425793" y="547756"/>
                    <a:pt x="496913" y="476636"/>
                    <a:pt x="496913" y="389006"/>
                  </a:cubicBezTo>
                  <a:lnTo>
                    <a:pt x="496913" y="201930"/>
                  </a:lnTo>
                  <a:cubicBezTo>
                    <a:pt x="496913" y="149860"/>
                    <a:pt x="471513" y="104140"/>
                    <a:pt x="433413" y="74930"/>
                  </a:cubicBezTo>
                  <a:close/>
                  <a:moveTo>
                    <a:pt x="12700" y="345826"/>
                  </a:moveTo>
                  <a:lnTo>
                    <a:pt x="12700" y="158750"/>
                  </a:lnTo>
                  <a:cubicBezTo>
                    <a:pt x="12700" y="78740"/>
                    <a:pt x="78740" y="12700"/>
                    <a:pt x="158750" y="12700"/>
                  </a:cubicBezTo>
                  <a:lnTo>
                    <a:pt x="298793" y="12700"/>
                  </a:lnTo>
                  <a:cubicBezTo>
                    <a:pt x="378803" y="12700"/>
                    <a:pt x="444843" y="78740"/>
                    <a:pt x="444843" y="158750"/>
                  </a:cubicBezTo>
                  <a:lnTo>
                    <a:pt x="444843" y="345826"/>
                  </a:lnTo>
                  <a:cubicBezTo>
                    <a:pt x="444843" y="425836"/>
                    <a:pt x="378803" y="491876"/>
                    <a:pt x="298793" y="491876"/>
                  </a:cubicBezTo>
                  <a:lnTo>
                    <a:pt x="158750" y="491876"/>
                  </a:lnTo>
                  <a:cubicBezTo>
                    <a:pt x="78740" y="491876"/>
                    <a:pt x="12700" y="427106"/>
                    <a:pt x="12700" y="345826"/>
                  </a:cubicBezTo>
                  <a:close/>
                  <a:moveTo>
                    <a:pt x="485483" y="389006"/>
                  </a:moveTo>
                  <a:cubicBezTo>
                    <a:pt x="485483" y="469016"/>
                    <a:pt x="418173" y="535056"/>
                    <a:pt x="338163" y="535056"/>
                  </a:cubicBezTo>
                  <a:lnTo>
                    <a:pt x="189439" y="535056"/>
                  </a:lnTo>
                  <a:cubicBezTo>
                    <a:pt x="157480" y="535056"/>
                    <a:pt x="120650" y="518546"/>
                    <a:pt x="93980" y="490606"/>
                  </a:cubicBezTo>
                  <a:cubicBezTo>
                    <a:pt x="114300" y="499496"/>
                    <a:pt x="135890" y="504576"/>
                    <a:pt x="160020" y="504576"/>
                  </a:cubicBezTo>
                  <a:lnTo>
                    <a:pt x="300063" y="504576"/>
                  </a:lnTo>
                  <a:cubicBezTo>
                    <a:pt x="387693" y="504576"/>
                    <a:pt x="458813" y="433456"/>
                    <a:pt x="458813" y="345826"/>
                  </a:cubicBezTo>
                  <a:lnTo>
                    <a:pt x="458813" y="158750"/>
                  </a:lnTo>
                  <a:cubicBezTo>
                    <a:pt x="458813" y="140970"/>
                    <a:pt x="455003" y="123190"/>
                    <a:pt x="449923" y="106680"/>
                  </a:cubicBezTo>
                  <a:cubicBezTo>
                    <a:pt x="471513" y="132080"/>
                    <a:pt x="485483" y="165100"/>
                    <a:pt x="485483" y="201930"/>
                  </a:cubicBezTo>
                  <a:lnTo>
                    <a:pt x="485483" y="389006"/>
                  </a:lnTo>
                  <a:close/>
                </a:path>
              </a:pathLst>
            </a:custGeom>
            <a:solidFill>
              <a:srgbClr val="96A6A1"/>
            </a:solidFill>
          </p:spPr>
        </p:sp>
      </p:grpSp>
      <p:sp>
        <p:nvSpPr>
          <p:cNvPr name="AutoShape 25" id="25"/>
          <p:cNvSpPr/>
          <p:nvPr/>
        </p:nvSpPr>
        <p:spPr>
          <a:xfrm rot="0">
            <a:off x="1811760" y="3258958"/>
            <a:ext cx="4508784" cy="0"/>
          </a:xfrm>
          <a:prstGeom prst="line">
            <a:avLst/>
          </a:prstGeom>
          <a:ln cap="flat" w="9525">
            <a:solidFill>
              <a:srgbClr val="96A6A1"/>
            </a:solidFill>
            <a:prstDash val="lgDash"/>
            <a:headEnd type="none" len="sm" w="sm"/>
            <a:tailEnd type="none" len="sm" w="sm"/>
          </a:ln>
        </p:spPr>
      </p:sp>
      <p:grpSp>
        <p:nvGrpSpPr>
          <p:cNvPr name="Group 26" id="26"/>
          <p:cNvGrpSpPr/>
          <p:nvPr/>
        </p:nvGrpSpPr>
        <p:grpSpPr>
          <a:xfrm rot="0">
            <a:off x="1451856" y="3420248"/>
            <a:ext cx="205509" cy="226536"/>
            <a:chOff x="0" y="0"/>
            <a:chExt cx="496913" cy="547756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92710" y="106680"/>
              <a:ext cx="392773" cy="428376"/>
            </a:xfrm>
            <a:custGeom>
              <a:avLst/>
              <a:gdLst/>
              <a:ahLst/>
              <a:cxnLst/>
              <a:rect r="r" b="b" t="t" l="l"/>
              <a:pathLst>
                <a:path h="428376" w="392773">
                  <a:moveTo>
                    <a:pt x="366103" y="239146"/>
                  </a:moveTo>
                  <a:cubicBezTo>
                    <a:pt x="366103" y="326776"/>
                    <a:pt x="289903" y="397896"/>
                    <a:pt x="208623" y="397896"/>
                  </a:cubicBezTo>
                  <a:lnTo>
                    <a:pt x="66040" y="397896"/>
                  </a:lnTo>
                  <a:cubicBezTo>
                    <a:pt x="43180" y="397896"/>
                    <a:pt x="20320" y="392816"/>
                    <a:pt x="0" y="383926"/>
                  </a:cubicBezTo>
                  <a:cubicBezTo>
                    <a:pt x="26670" y="411866"/>
                    <a:pt x="63500" y="428376"/>
                    <a:pt x="96630" y="428376"/>
                  </a:cubicBezTo>
                  <a:lnTo>
                    <a:pt x="246723" y="428376"/>
                  </a:lnTo>
                  <a:cubicBezTo>
                    <a:pt x="326733" y="428376"/>
                    <a:pt x="392773" y="362336"/>
                    <a:pt x="392773" y="282326"/>
                  </a:cubicBezTo>
                  <a:lnTo>
                    <a:pt x="392773" y="95250"/>
                  </a:lnTo>
                  <a:cubicBezTo>
                    <a:pt x="392773" y="58420"/>
                    <a:pt x="378803" y="25400"/>
                    <a:pt x="357213" y="0"/>
                  </a:cubicBezTo>
                  <a:cubicBezTo>
                    <a:pt x="363563" y="16510"/>
                    <a:pt x="366103" y="34290"/>
                    <a:pt x="366103" y="52070"/>
                  </a:cubicBezTo>
                  <a:lnTo>
                    <a:pt x="366103" y="239146"/>
                  </a:lnTo>
                  <a:close/>
                </a:path>
              </a:pathLst>
            </a:custGeom>
            <a:solidFill>
              <a:srgbClr val="96A6A1"/>
            </a:solidFill>
          </p:spPr>
        </p:sp>
        <p:sp>
          <p:nvSpPr>
            <p:cNvPr name="Freeform 28" id="28"/>
            <p:cNvSpPr/>
            <p:nvPr/>
          </p:nvSpPr>
          <p:spPr>
            <a:xfrm flipH="false" flipV="false" rot="0">
              <a:off x="12700" y="12700"/>
              <a:ext cx="432143" cy="479176"/>
            </a:xfrm>
            <a:custGeom>
              <a:avLst/>
              <a:gdLst/>
              <a:ahLst/>
              <a:cxnLst/>
              <a:rect r="r" b="b" t="t" l="l"/>
              <a:pathLst>
                <a:path h="479176" w="432143">
                  <a:moveTo>
                    <a:pt x="146050" y="479176"/>
                  </a:moveTo>
                  <a:lnTo>
                    <a:pt x="286093" y="479176"/>
                  </a:lnTo>
                  <a:cubicBezTo>
                    <a:pt x="366103" y="479176"/>
                    <a:pt x="432143" y="413136"/>
                    <a:pt x="432143" y="333126"/>
                  </a:cubicBezTo>
                  <a:lnTo>
                    <a:pt x="432143" y="146050"/>
                  </a:lnTo>
                  <a:cubicBezTo>
                    <a:pt x="432143" y="66040"/>
                    <a:pt x="366103" y="0"/>
                    <a:pt x="286093" y="0"/>
                  </a:cubicBezTo>
                  <a:lnTo>
                    <a:pt x="146050" y="0"/>
                  </a:lnTo>
                  <a:cubicBezTo>
                    <a:pt x="66040" y="0"/>
                    <a:pt x="0" y="66040"/>
                    <a:pt x="0" y="146050"/>
                  </a:cubicBezTo>
                  <a:lnTo>
                    <a:pt x="0" y="333126"/>
                  </a:lnTo>
                  <a:cubicBezTo>
                    <a:pt x="0" y="414406"/>
                    <a:pt x="66040" y="479176"/>
                    <a:pt x="146050" y="479176"/>
                  </a:cubicBezTo>
                  <a:close/>
                </a:path>
              </a:pathLst>
            </a:custGeom>
            <a:solidFill>
              <a:srgbClr val="F1EDE1"/>
            </a:solidFill>
          </p:spPr>
        </p:sp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496913" cy="547756"/>
            </a:xfrm>
            <a:custGeom>
              <a:avLst/>
              <a:gdLst/>
              <a:ahLst/>
              <a:cxnLst/>
              <a:rect r="r" b="b" t="t" l="l"/>
              <a:pathLst>
                <a:path h="547756" w="496913">
                  <a:moveTo>
                    <a:pt x="433413" y="74930"/>
                  </a:moveTo>
                  <a:cubicBezTo>
                    <a:pt x="405473" y="30480"/>
                    <a:pt x="355943" y="0"/>
                    <a:pt x="298793" y="0"/>
                  </a:cubicBezTo>
                  <a:lnTo>
                    <a:pt x="158750" y="0"/>
                  </a:lnTo>
                  <a:cubicBezTo>
                    <a:pt x="71120" y="0"/>
                    <a:pt x="0" y="71120"/>
                    <a:pt x="0" y="158750"/>
                  </a:cubicBezTo>
                  <a:lnTo>
                    <a:pt x="0" y="345826"/>
                  </a:lnTo>
                  <a:cubicBezTo>
                    <a:pt x="0" y="397896"/>
                    <a:pt x="25400" y="443616"/>
                    <a:pt x="63500" y="472826"/>
                  </a:cubicBezTo>
                  <a:cubicBezTo>
                    <a:pt x="91440" y="517276"/>
                    <a:pt x="140970" y="547756"/>
                    <a:pt x="189439" y="547756"/>
                  </a:cubicBezTo>
                  <a:lnTo>
                    <a:pt x="338163" y="547756"/>
                  </a:lnTo>
                  <a:cubicBezTo>
                    <a:pt x="425793" y="547756"/>
                    <a:pt x="496913" y="476636"/>
                    <a:pt x="496913" y="389006"/>
                  </a:cubicBezTo>
                  <a:lnTo>
                    <a:pt x="496913" y="201930"/>
                  </a:lnTo>
                  <a:cubicBezTo>
                    <a:pt x="496913" y="149860"/>
                    <a:pt x="471513" y="104140"/>
                    <a:pt x="433413" y="74930"/>
                  </a:cubicBezTo>
                  <a:close/>
                  <a:moveTo>
                    <a:pt x="12700" y="345826"/>
                  </a:moveTo>
                  <a:lnTo>
                    <a:pt x="12700" y="158750"/>
                  </a:lnTo>
                  <a:cubicBezTo>
                    <a:pt x="12700" y="78740"/>
                    <a:pt x="78740" y="12700"/>
                    <a:pt x="158750" y="12700"/>
                  </a:cubicBezTo>
                  <a:lnTo>
                    <a:pt x="298793" y="12700"/>
                  </a:lnTo>
                  <a:cubicBezTo>
                    <a:pt x="378803" y="12700"/>
                    <a:pt x="444843" y="78740"/>
                    <a:pt x="444843" y="158750"/>
                  </a:cubicBezTo>
                  <a:lnTo>
                    <a:pt x="444843" y="345826"/>
                  </a:lnTo>
                  <a:cubicBezTo>
                    <a:pt x="444843" y="425836"/>
                    <a:pt x="378803" y="491876"/>
                    <a:pt x="298793" y="491876"/>
                  </a:cubicBezTo>
                  <a:lnTo>
                    <a:pt x="158750" y="491876"/>
                  </a:lnTo>
                  <a:cubicBezTo>
                    <a:pt x="78740" y="491876"/>
                    <a:pt x="12700" y="427106"/>
                    <a:pt x="12700" y="345826"/>
                  </a:cubicBezTo>
                  <a:close/>
                  <a:moveTo>
                    <a:pt x="485483" y="389006"/>
                  </a:moveTo>
                  <a:cubicBezTo>
                    <a:pt x="485483" y="469016"/>
                    <a:pt x="418173" y="535056"/>
                    <a:pt x="338163" y="535056"/>
                  </a:cubicBezTo>
                  <a:lnTo>
                    <a:pt x="189439" y="535056"/>
                  </a:lnTo>
                  <a:cubicBezTo>
                    <a:pt x="157480" y="535056"/>
                    <a:pt x="120650" y="518546"/>
                    <a:pt x="93980" y="490606"/>
                  </a:cubicBezTo>
                  <a:cubicBezTo>
                    <a:pt x="114300" y="499496"/>
                    <a:pt x="135890" y="504576"/>
                    <a:pt x="160020" y="504576"/>
                  </a:cubicBezTo>
                  <a:lnTo>
                    <a:pt x="300063" y="504576"/>
                  </a:lnTo>
                  <a:cubicBezTo>
                    <a:pt x="387693" y="504576"/>
                    <a:pt x="458813" y="433456"/>
                    <a:pt x="458813" y="345826"/>
                  </a:cubicBezTo>
                  <a:lnTo>
                    <a:pt x="458813" y="158750"/>
                  </a:lnTo>
                  <a:cubicBezTo>
                    <a:pt x="458813" y="140970"/>
                    <a:pt x="455003" y="123190"/>
                    <a:pt x="449923" y="106680"/>
                  </a:cubicBezTo>
                  <a:cubicBezTo>
                    <a:pt x="471513" y="132080"/>
                    <a:pt x="485483" y="165100"/>
                    <a:pt x="485483" y="201930"/>
                  </a:cubicBezTo>
                  <a:lnTo>
                    <a:pt x="485483" y="389006"/>
                  </a:lnTo>
                  <a:close/>
                </a:path>
              </a:pathLst>
            </a:custGeom>
            <a:solidFill>
              <a:srgbClr val="96A6A1"/>
            </a:solidFill>
          </p:spPr>
        </p:sp>
      </p:grpSp>
      <p:sp>
        <p:nvSpPr>
          <p:cNvPr name="AutoShape 30" id="30"/>
          <p:cNvSpPr/>
          <p:nvPr/>
        </p:nvSpPr>
        <p:spPr>
          <a:xfrm rot="0">
            <a:off x="1811760" y="3687905"/>
            <a:ext cx="4508784" cy="0"/>
          </a:xfrm>
          <a:prstGeom prst="line">
            <a:avLst/>
          </a:prstGeom>
          <a:ln cap="flat" w="9525">
            <a:solidFill>
              <a:srgbClr val="96A6A1"/>
            </a:solidFill>
            <a:prstDash val="lgDash"/>
            <a:headEnd type="none" len="sm" w="sm"/>
            <a:tailEnd type="none" len="sm" w="sm"/>
          </a:ln>
        </p:spPr>
      </p:sp>
      <p:grpSp>
        <p:nvGrpSpPr>
          <p:cNvPr name="Group 31" id="31"/>
          <p:cNvGrpSpPr/>
          <p:nvPr/>
        </p:nvGrpSpPr>
        <p:grpSpPr>
          <a:xfrm rot="0">
            <a:off x="1451856" y="3849195"/>
            <a:ext cx="205509" cy="226536"/>
            <a:chOff x="0" y="0"/>
            <a:chExt cx="496913" cy="547756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92710" y="106680"/>
              <a:ext cx="392773" cy="428376"/>
            </a:xfrm>
            <a:custGeom>
              <a:avLst/>
              <a:gdLst/>
              <a:ahLst/>
              <a:cxnLst/>
              <a:rect r="r" b="b" t="t" l="l"/>
              <a:pathLst>
                <a:path h="428376" w="392773">
                  <a:moveTo>
                    <a:pt x="366103" y="239146"/>
                  </a:moveTo>
                  <a:cubicBezTo>
                    <a:pt x="366103" y="326776"/>
                    <a:pt x="289903" y="397896"/>
                    <a:pt x="208623" y="397896"/>
                  </a:cubicBezTo>
                  <a:lnTo>
                    <a:pt x="66040" y="397896"/>
                  </a:lnTo>
                  <a:cubicBezTo>
                    <a:pt x="43180" y="397896"/>
                    <a:pt x="20320" y="392816"/>
                    <a:pt x="0" y="383926"/>
                  </a:cubicBezTo>
                  <a:cubicBezTo>
                    <a:pt x="26670" y="411866"/>
                    <a:pt x="63500" y="428376"/>
                    <a:pt x="96630" y="428376"/>
                  </a:cubicBezTo>
                  <a:lnTo>
                    <a:pt x="246723" y="428376"/>
                  </a:lnTo>
                  <a:cubicBezTo>
                    <a:pt x="326733" y="428376"/>
                    <a:pt x="392773" y="362336"/>
                    <a:pt x="392773" y="282326"/>
                  </a:cubicBezTo>
                  <a:lnTo>
                    <a:pt x="392773" y="95250"/>
                  </a:lnTo>
                  <a:cubicBezTo>
                    <a:pt x="392773" y="58420"/>
                    <a:pt x="378803" y="25400"/>
                    <a:pt x="357213" y="0"/>
                  </a:cubicBezTo>
                  <a:cubicBezTo>
                    <a:pt x="363563" y="16510"/>
                    <a:pt x="366103" y="34290"/>
                    <a:pt x="366103" y="52070"/>
                  </a:cubicBezTo>
                  <a:lnTo>
                    <a:pt x="366103" y="239146"/>
                  </a:lnTo>
                  <a:close/>
                </a:path>
              </a:pathLst>
            </a:custGeom>
            <a:solidFill>
              <a:srgbClr val="96A6A1"/>
            </a:solidFill>
          </p:spPr>
        </p:sp>
        <p:sp>
          <p:nvSpPr>
            <p:cNvPr name="Freeform 33" id="33"/>
            <p:cNvSpPr/>
            <p:nvPr/>
          </p:nvSpPr>
          <p:spPr>
            <a:xfrm flipH="false" flipV="false" rot="0">
              <a:off x="12700" y="12700"/>
              <a:ext cx="432143" cy="479176"/>
            </a:xfrm>
            <a:custGeom>
              <a:avLst/>
              <a:gdLst/>
              <a:ahLst/>
              <a:cxnLst/>
              <a:rect r="r" b="b" t="t" l="l"/>
              <a:pathLst>
                <a:path h="479176" w="432143">
                  <a:moveTo>
                    <a:pt x="146050" y="479176"/>
                  </a:moveTo>
                  <a:lnTo>
                    <a:pt x="286093" y="479176"/>
                  </a:lnTo>
                  <a:cubicBezTo>
                    <a:pt x="366103" y="479176"/>
                    <a:pt x="432143" y="413136"/>
                    <a:pt x="432143" y="333126"/>
                  </a:cubicBezTo>
                  <a:lnTo>
                    <a:pt x="432143" y="146050"/>
                  </a:lnTo>
                  <a:cubicBezTo>
                    <a:pt x="432143" y="66040"/>
                    <a:pt x="366103" y="0"/>
                    <a:pt x="286093" y="0"/>
                  </a:cubicBezTo>
                  <a:lnTo>
                    <a:pt x="146050" y="0"/>
                  </a:lnTo>
                  <a:cubicBezTo>
                    <a:pt x="66040" y="0"/>
                    <a:pt x="0" y="66040"/>
                    <a:pt x="0" y="146050"/>
                  </a:cubicBezTo>
                  <a:lnTo>
                    <a:pt x="0" y="333126"/>
                  </a:lnTo>
                  <a:cubicBezTo>
                    <a:pt x="0" y="414406"/>
                    <a:pt x="66040" y="479176"/>
                    <a:pt x="146050" y="479176"/>
                  </a:cubicBezTo>
                  <a:close/>
                </a:path>
              </a:pathLst>
            </a:custGeom>
            <a:solidFill>
              <a:srgbClr val="F1EDE1"/>
            </a:solidFill>
          </p:spPr>
        </p:sp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496913" cy="547756"/>
            </a:xfrm>
            <a:custGeom>
              <a:avLst/>
              <a:gdLst/>
              <a:ahLst/>
              <a:cxnLst/>
              <a:rect r="r" b="b" t="t" l="l"/>
              <a:pathLst>
                <a:path h="547756" w="496913">
                  <a:moveTo>
                    <a:pt x="433413" y="74930"/>
                  </a:moveTo>
                  <a:cubicBezTo>
                    <a:pt x="405473" y="30480"/>
                    <a:pt x="355943" y="0"/>
                    <a:pt x="298793" y="0"/>
                  </a:cubicBezTo>
                  <a:lnTo>
                    <a:pt x="158750" y="0"/>
                  </a:lnTo>
                  <a:cubicBezTo>
                    <a:pt x="71120" y="0"/>
                    <a:pt x="0" y="71120"/>
                    <a:pt x="0" y="158750"/>
                  </a:cubicBezTo>
                  <a:lnTo>
                    <a:pt x="0" y="345826"/>
                  </a:lnTo>
                  <a:cubicBezTo>
                    <a:pt x="0" y="397896"/>
                    <a:pt x="25400" y="443616"/>
                    <a:pt x="63500" y="472826"/>
                  </a:cubicBezTo>
                  <a:cubicBezTo>
                    <a:pt x="91440" y="517276"/>
                    <a:pt x="140970" y="547756"/>
                    <a:pt x="189439" y="547756"/>
                  </a:cubicBezTo>
                  <a:lnTo>
                    <a:pt x="338163" y="547756"/>
                  </a:lnTo>
                  <a:cubicBezTo>
                    <a:pt x="425793" y="547756"/>
                    <a:pt x="496913" y="476636"/>
                    <a:pt x="496913" y="389006"/>
                  </a:cubicBezTo>
                  <a:lnTo>
                    <a:pt x="496913" y="201930"/>
                  </a:lnTo>
                  <a:cubicBezTo>
                    <a:pt x="496913" y="149860"/>
                    <a:pt x="471513" y="104140"/>
                    <a:pt x="433413" y="74930"/>
                  </a:cubicBezTo>
                  <a:close/>
                  <a:moveTo>
                    <a:pt x="12700" y="345826"/>
                  </a:moveTo>
                  <a:lnTo>
                    <a:pt x="12700" y="158750"/>
                  </a:lnTo>
                  <a:cubicBezTo>
                    <a:pt x="12700" y="78740"/>
                    <a:pt x="78740" y="12700"/>
                    <a:pt x="158750" y="12700"/>
                  </a:cubicBezTo>
                  <a:lnTo>
                    <a:pt x="298793" y="12700"/>
                  </a:lnTo>
                  <a:cubicBezTo>
                    <a:pt x="378803" y="12700"/>
                    <a:pt x="444843" y="78740"/>
                    <a:pt x="444843" y="158750"/>
                  </a:cubicBezTo>
                  <a:lnTo>
                    <a:pt x="444843" y="345826"/>
                  </a:lnTo>
                  <a:cubicBezTo>
                    <a:pt x="444843" y="425836"/>
                    <a:pt x="378803" y="491876"/>
                    <a:pt x="298793" y="491876"/>
                  </a:cubicBezTo>
                  <a:lnTo>
                    <a:pt x="158750" y="491876"/>
                  </a:lnTo>
                  <a:cubicBezTo>
                    <a:pt x="78740" y="491876"/>
                    <a:pt x="12700" y="427106"/>
                    <a:pt x="12700" y="345826"/>
                  </a:cubicBezTo>
                  <a:close/>
                  <a:moveTo>
                    <a:pt x="485483" y="389006"/>
                  </a:moveTo>
                  <a:cubicBezTo>
                    <a:pt x="485483" y="469016"/>
                    <a:pt x="418173" y="535056"/>
                    <a:pt x="338163" y="535056"/>
                  </a:cubicBezTo>
                  <a:lnTo>
                    <a:pt x="189439" y="535056"/>
                  </a:lnTo>
                  <a:cubicBezTo>
                    <a:pt x="157480" y="535056"/>
                    <a:pt x="120650" y="518546"/>
                    <a:pt x="93980" y="490606"/>
                  </a:cubicBezTo>
                  <a:cubicBezTo>
                    <a:pt x="114300" y="499496"/>
                    <a:pt x="135890" y="504576"/>
                    <a:pt x="160020" y="504576"/>
                  </a:cubicBezTo>
                  <a:lnTo>
                    <a:pt x="300063" y="504576"/>
                  </a:lnTo>
                  <a:cubicBezTo>
                    <a:pt x="387693" y="504576"/>
                    <a:pt x="458813" y="433456"/>
                    <a:pt x="458813" y="345826"/>
                  </a:cubicBezTo>
                  <a:lnTo>
                    <a:pt x="458813" y="158750"/>
                  </a:lnTo>
                  <a:cubicBezTo>
                    <a:pt x="458813" y="140970"/>
                    <a:pt x="455003" y="123190"/>
                    <a:pt x="449923" y="106680"/>
                  </a:cubicBezTo>
                  <a:cubicBezTo>
                    <a:pt x="471513" y="132080"/>
                    <a:pt x="485483" y="165100"/>
                    <a:pt x="485483" y="201930"/>
                  </a:cubicBezTo>
                  <a:lnTo>
                    <a:pt x="485483" y="389006"/>
                  </a:lnTo>
                  <a:close/>
                </a:path>
              </a:pathLst>
            </a:custGeom>
            <a:solidFill>
              <a:srgbClr val="96A6A1"/>
            </a:solidFill>
          </p:spPr>
        </p:sp>
      </p:grpSp>
      <p:sp>
        <p:nvSpPr>
          <p:cNvPr name="AutoShape 35" id="35"/>
          <p:cNvSpPr/>
          <p:nvPr/>
        </p:nvSpPr>
        <p:spPr>
          <a:xfrm rot="0">
            <a:off x="1811760" y="4116852"/>
            <a:ext cx="4508784" cy="0"/>
          </a:xfrm>
          <a:prstGeom prst="line">
            <a:avLst/>
          </a:prstGeom>
          <a:ln cap="flat" w="9525">
            <a:solidFill>
              <a:srgbClr val="96A6A1"/>
            </a:solidFill>
            <a:prstDash val="lgDash"/>
            <a:headEnd type="none" len="sm" w="sm"/>
            <a:tailEnd type="none" len="sm" w="sm"/>
          </a:ln>
        </p:spPr>
      </p:sp>
      <p:grpSp>
        <p:nvGrpSpPr>
          <p:cNvPr name="Group 36" id="36"/>
          <p:cNvGrpSpPr/>
          <p:nvPr/>
        </p:nvGrpSpPr>
        <p:grpSpPr>
          <a:xfrm rot="0">
            <a:off x="1451856" y="4278142"/>
            <a:ext cx="205509" cy="226536"/>
            <a:chOff x="0" y="0"/>
            <a:chExt cx="496913" cy="547756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92710" y="106680"/>
              <a:ext cx="392773" cy="428376"/>
            </a:xfrm>
            <a:custGeom>
              <a:avLst/>
              <a:gdLst/>
              <a:ahLst/>
              <a:cxnLst/>
              <a:rect r="r" b="b" t="t" l="l"/>
              <a:pathLst>
                <a:path h="428376" w="392773">
                  <a:moveTo>
                    <a:pt x="366103" y="239146"/>
                  </a:moveTo>
                  <a:cubicBezTo>
                    <a:pt x="366103" y="326776"/>
                    <a:pt x="289903" y="397896"/>
                    <a:pt x="208623" y="397896"/>
                  </a:cubicBezTo>
                  <a:lnTo>
                    <a:pt x="66040" y="397896"/>
                  </a:lnTo>
                  <a:cubicBezTo>
                    <a:pt x="43180" y="397896"/>
                    <a:pt x="20320" y="392816"/>
                    <a:pt x="0" y="383926"/>
                  </a:cubicBezTo>
                  <a:cubicBezTo>
                    <a:pt x="26670" y="411866"/>
                    <a:pt x="63500" y="428376"/>
                    <a:pt x="96630" y="428376"/>
                  </a:cubicBezTo>
                  <a:lnTo>
                    <a:pt x="246723" y="428376"/>
                  </a:lnTo>
                  <a:cubicBezTo>
                    <a:pt x="326733" y="428376"/>
                    <a:pt x="392773" y="362336"/>
                    <a:pt x="392773" y="282326"/>
                  </a:cubicBezTo>
                  <a:lnTo>
                    <a:pt x="392773" y="95250"/>
                  </a:lnTo>
                  <a:cubicBezTo>
                    <a:pt x="392773" y="58420"/>
                    <a:pt x="378803" y="25400"/>
                    <a:pt x="357213" y="0"/>
                  </a:cubicBezTo>
                  <a:cubicBezTo>
                    <a:pt x="363563" y="16510"/>
                    <a:pt x="366103" y="34290"/>
                    <a:pt x="366103" y="52070"/>
                  </a:cubicBezTo>
                  <a:lnTo>
                    <a:pt x="366103" y="239146"/>
                  </a:lnTo>
                  <a:close/>
                </a:path>
              </a:pathLst>
            </a:custGeom>
            <a:solidFill>
              <a:srgbClr val="96A6A1"/>
            </a:solidFill>
          </p:spPr>
        </p:sp>
        <p:sp>
          <p:nvSpPr>
            <p:cNvPr name="Freeform 38" id="38"/>
            <p:cNvSpPr/>
            <p:nvPr/>
          </p:nvSpPr>
          <p:spPr>
            <a:xfrm flipH="false" flipV="false" rot="0">
              <a:off x="12700" y="12700"/>
              <a:ext cx="432143" cy="479176"/>
            </a:xfrm>
            <a:custGeom>
              <a:avLst/>
              <a:gdLst/>
              <a:ahLst/>
              <a:cxnLst/>
              <a:rect r="r" b="b" t="t" l="l"/>
              <a:pathLst>
                <a:path h="479176" w="432143">
                  <a:moveTo>
                    <a:pt x="146050" y="479176"/>
                  </a:moveTo>
                  <a:lnTo>
                    <a:pt x="286093" y="479176"/>
                  </a:lnTo>
                  <a:cubicBezTo>
                    <a:pt x="366103" y="479176"/>
                    <a:pt x="432143" y="413136"/>
                    <a:pt x="432143" y="333126"/>
                  </a:cubicBezTo>
                  <a:lnTo>
                    <a:pt x="432143" y="146050"/>
                  </a:lnTo>
                  <a:cubicBezTo>
                    <a:pt x="432143" y="66040"/>
                    <a:pt x="366103" y="0"/>
                    <a:pt x="286093" y="0"/>
                  </a:cubicBezTo>
                  <a:lnTo>
                    <a:pt x="146050" y="0"/>
                  </a:lnTo>
                  <a:cubicBezTo>
                    <a:pt x="66040" y="0"/>
                    <a:pt x="0" y="66040"/>
                    <a:pt x="0" y="146050"/>
                  </a:cubicBezTo>
                  <a:lnTo>
                    <a:pt x="0" y="333126"/>
                  </a:lnTo>
                  <a:cubicBezTo>
                    <a:pt x="0" y="414406"/>
                    <a:pt x="66040" y="479176"/>
                    <a:pt x="146050" y="479176"/>
                  </a:cubicBezTo>
                  <a:close/>
                </a:path>
              </a:pathLst>
            </a:custGeom>
            <a:solidFill>
              <a:srgbClr val="F1EDE1"/>
            </a:solidFill>
          </p:spPr>
        </p:sp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496913" cy="547756"/>
            </a:xfrm>
            <a:custGeom>
              <a:avLst/>
              <a:gdLst/>
              <a:ahLst/>
              <a:cxnLst/>
              <a:rect r="r" b="b" t="t" l="l"/>
              <a:pathLst>
                <a:path h="547756" w="496913">
                  <a:moveTo>
                    <a:pt x="433413" y="74930"/>
                  </a:moveTo>
                  <a:cubicBezTo>
                    <a:pt x="405473" y="30480"/>
                    <a:pt x="355943" y="0"/>
                    <a:pt x="298793" y="0"/>
                  </a:cubicBezTo>
                  <a:lnTo>
                    <a:pt x="158750" y="0"/>
                  </a:lnTo>
                  <a:cubicBezTo>
                    <a:pt x="71120" y="0"/>
                    <a:pt x="0" y="71120"/>
                    <a:pt x="0" y="158750"/>
                  </a:cubicBezTo>
                  <a:lnTo>
                    <a:pt x="0" y="345826"/>
                  </a:lnTo>
                  <a:cubicBezTo>
                    <a:pt x="0" y="397896"/>
                    <a:pt x="25400" y="443616"/>
                    <a:pt x="63500" y="472826"/>
                  </a:cubicBezTo>
                  <a:cubicBezTo>
                    <a:pt x="91440" y="517276"/>
                    <a:pt x="140970" y="547756"/>
                    <a:pt x="189439" y="547756"/>
                  </a:cubicBezTo>
                  <a:lnTo>
                    <a:pt x="338163" y="547756"/>
                  </a:lnTo>
                  <a:cubicBezTo>
                    <a:pt x="425793" y="547756"/>
                    <a:pt x="496913" y="476636"/>
                    <a:pt x="496913" y="389006"/>
                  </a:cubicBezTo>
                  <a:lnTo>
                    <a:pt x="496913" y="201930"/>
                  </a:lnTo>
                  <a:cubicBezTo>
                    <a:pt x="496913" y="149860"/>
                    <a:pt x="471513" y="104140"/>
                    <a:pt x="433413" y="74930"/>
                  </a:cubicBezTo>
                  <a:close/>
                  <a:moveTo>
                    <a:pt x="12700" y="345826"/>
                  </a:moveTo>
                  <a:lnTo>
                    <a:pt x="12700" y="158750"/>
                  </a:lnTo>
                  <a:cubicBezTo>
                    <a:pt x="12700" y="78740"/>
                    <a:pt x="78740" y="12700"/>
                    <a:pt x="158750" y="12700"/>
                  </a:cubicBezTo>
                  <a:lnTo>
                    <a:pt x="298793" y="12700"/>
                  </a:lnTo>
                  <a:cubicBezTo>
                    <a:pt x="378803" y="12700"/>
                    <a:pt x="444843" y="78740"/>
                    <a:pt x="444843" y="158750"/>
                  </a:cubicBezTo>
                  <a:lnTo>
                    <a:pt x="444843" y="345826"/>
                  </a:lnTo>
                  <a:cubicBezTo>
                    <a:pt x="444843" y="425836"/>
                    <a:pt x="378803" y="491876"/>
                    <a:pt x="298793" y="491876"/>
                  </a:cubicBezTo>
                  <a:lnTo>
                    <a:pt x="158750" y="491876"/>
                  </a:lnTo>
                  <a:cubicBezTo>
                    <a:pt x="78740" y="491876"/>
                    <a:pt x="12700" y="427106"/>
                    <a:pt x="12700" y="345826"/>
                  </a:cubicBezTo>
                  <a:close/>
                  <a:moveTo>
                    <a:pt x="485483" y="389006"/>
                  </a:moveTo>
                  <a:cubicBezTo>
                    <a:pt x="485483" y="469016"/>
                    <a:pt x="418173" y="535056"/>
                    <a:pt x="338163" y="535056"/>
                  </a:cubicBezTo>
                  <a:lnTo>
                    <a:pt x="189439" y="535056"/>
                  </a:lnTo>
                  <a:cubicBezTo>
                    <a:pt x="157480" y="535056"/>
                    <a:pt x="120650" y="518546"/>
                    <a:pt x="93980" y="490606"/>
                  </a:cubicBezTo>
                  <a:cubicBezTo>
                    <a:pt x="114300" y="499496"/>
                    <a:pt x="135890" y="504576"/>
                    <a:pt x="160020" y="504576"/>
                  </a:cubicBezTo>
                  <a:lnTo>
                    <a:pt x="300063" y="504576"/>
                  </a:lnTo>
                  <a:cubicBezTo>
                    <a:pt x="387693" y="504576"/>
                    <a:pt x="458813" y="433456"/>
                    <a:pt x="458813" y="345826"/>
                  </a:cubicBezTo>
                  <a:lnTo>
                    <a:pt x="458813" y="158750"/>
                  </a:lnTo>
                  <a:cubicBezTo>
                    <a:pt x="458813" y="140970"/>
                    <a:pt x="455003" y="123190"/>
                    <a:pt x="449923" y="106680"/>
                  </a:cubicBezTo>
                  <a:cubicBezTo>
                    <a:pt x="471513" y="132080"/>
                    <a:pt x="485483" y="165100"/>
                    <a:pt x="485483" y="201930"/>
                  </a:cubicBezTo>
                  <a:lnTo>
                    <a:pt x="485483" y="389006"/>
                  </a:lnTo>
                  <a:close/>
                </a:path>
              </a:pathLst>
            </a:custGeom>
            <a:solidFill>
              <a:srgbClr val="96A6A1"/>
            </a:solidFill>
          </p:spPr>
        </p:sp>
      </p:grpSp>
      <p:sp>
        <p:nvSpPr>
          <p:cNvPr name="AutoShape 40" id="40"/>
          <p:cNvSpPr/>
          <p:nvPr/>
        </p:nvSpPr>
        <p:spPr>
          <a:xfrm rot="0">
            <a:off x="1811760" y="4545799"/>
            <a:ext cx="4508784" cy="0"/>
          </a:xfrm>
          <a:prstGeom prst="line">
            <a:avLst/>
          </a:prstGeom>
          <a:ln cap="flat" w="9525">
            <a:solidFill>
              <a:srgbClr val="96A6A1"/>
            </a:solidFill>
            <a:prstDash val="lgDash"/>
            <a:headEnd type="none" len="sm" w="sm"/>
            <a:tailEnd type="none" len="sm" w="sm"/>
          </a:ln>
        </p:spPr>
      </p:sp>
      <p:grpSp>
        <p:nvGrpSpPr>
          <p:cNvPr name="Group 41" id="41"/>
          <p:cNvGrpSpPr/>
          <p:nvPr/>
        </p:nvGrpSpPr>
        <p:grpSpPr>
          <a:xfrm rot="0">
            <a:off x="1451856" y="4707089"/>
            <a:ext cx="205509" cy="226536"/>
            <a:chOff x="0" y="0"/>
            <a:chExt cx="496913" cy="547756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92710" y="106680"/>
              <a:ext cx="392773" cy="428376"/>
            </a:xfrm>
            <a:custGeom>
              <a:avLst/>
              <a:gdLst/>
              <a:ahLst/>
              <a:cxnLst/>
              <a:rect r="r" b="b" t="t" l="l"/>
              <a:pathLst>
                <a:path h="428376" w="392773">
                  <a:moveTo>
                    <a:pt x="366103" y="239146"/>
                  </a:moveTo>
                  <a:cubicBezTo>
                    <a:pt x="366103" y="326776"/>
                    <a:pt x="289903" y="397896"/>
                    <a:pt x="208623" y="397896"/>
                  </a:cubicBezTo>
                  <a:lnTo>
                    <a:pt x="66040" y="397896"/>
                  </a:lnTo>
                  <a:cubicBezTo>
                    <a:pt x="43180" y="397896"/>
                    <a:pt x="20320" y="392816"/>
                    <a:pt x="0" y="383926"/>
                  </a:cubicBezTo>
                  <a:cubicBezTo>
                    <a:pt x="26670" y="411866"/>
                    <a:pt x="63500" y="428376"/>
                    <a:pt x="96630" y="428376"/>
                  </a:cubicBezTo>
                  <a:lnTo>
                    <a:pt x="246723" y="428376"/>
                  </a:lnTo>
                  <a:cubicBezTo>
                    <a:pt x="326733" y="428376"/>
                    <a:pt x="392773" y="362336"/>
                    <a:pt x="392773" y="282326"/>
                  </a:cubicBezTo>
                  <a:lnTo>
                    <a:pt x="392773" y="95250"/>
                  </a:lnTo>
                  <a:cubicBezTo>
                    <a:pt x="392773" y="58420"/>
                    <a:pt x="378803" y="25400"/>
                    <a:pt x="357213" y="0"/>
                  </a:cubicBezTo>
                  <a:cubicBezTo>
                    <a:pt x="363563" y="16510"/>
                    <a:pt x="366103" y="34290"/>
                    <a:pt x="366103" y="52070"/>
                  </a:cubicBezTo>
                  <a:lnTo>
                    <a:pt x="366103" y="239146"/>
                  </a:lnTo>
                  <a:close/>
                </a:path>
              </a:pathLst>
            </a:custGeom>
            <a:solidFill>
              <a:srgbClr val="96A6A1"/>
            </a:solidFill>
          </p:spPr>
        </p:sp>
        <p:sp>
          <p:nvSpPr>
            <p:cNvPr name="Freeform 43" id="43"/>
            <p:cNvSpPr/>
            <p:nvPr/>
          </p:nvSpPr>
          <p:spPr>
            <a:xfrm flipH="false" flipV="false" rot="0">
              <a:off x="12700" y="12700"/>
              <a:ext cx="432143" cy="479176"/>
            </a:xfrm>
            <a:custGeom>
              <a:avLst/>
              <a:gdLst/>
              <a:ahLst/>
              <a:cxnLst/>
              <a:rect r="r" b="b" t="t" l="l"/>
              <a:pathLst>
                <a:path h="479176" w="432143">
                  <a:moveTo>
                    <a:pt x="146050" y="479176"/>
                  </a:moveTo>
                  <a:lnTo>
                    <a:pt x="286093" y="479176"/>
                  </a:lnTo>
                  <a:cubicBezTo>
                    <a:pt x="366103" y="479176"/>
                    <a:pt x="432143" y="413136"/>
                    <a:pt x="432143" y="333126"/>
                  </a:cubicBezTo>
                  <a:lnTo>
                    <a:pt x="432143" y="146050"/>
                  </a:lnTo>
                  <a:cubicBezTo>
                    <a:pt x="432143" y="66040"/>
                    <a:pt x="366103" y="0"/>
                    <a:pt x="286093" y="0"/>
                  </a:cubicBezTo>
                  <a:lnTo>
                    <a:pt x="146050" y="0"/>
                  </a:lnTo>
                  <a:cubicBezTo>
                    <a:pt x="66040" y="0"/>
                    <a:pt x="0" y="66040"/>
                    <a:pt x="0" y="146050"/>
                  </a:cubicBezTo>
                  <a:lnTo>
                    <a:pt x="0" y="333126"/>
                  </a:lnTo>
                  <a:cubicBezTo>
                    <a:pt x="0" y="414406"/>
                    <a:pt x="66040" y="479176"/>
                    <a:pt x="146050" y="479176"/>
                  </a:cubicBezTo>
                  <a:close/>
                </a:path>
              </a:pathLst>
            </a:custGeom>
            <a:solidFill>
              <a:srgbClr val="F1EDE1"/>
            </a:solidFill>
          </p:spPr>
        </p:sp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496913" cy="547756"/>
            </a:xfrm>
            <a:custGeom>
              <a:avLst/>
              <a:gdLst/>
              <a:ahLst/>
              <a:cxnLst/>
              <a:rect r="r" b="b" t="t" l="l"/>
              <a:pathLst>
                <a:path h="547756" w="496913">
                  <a:moveTo>
                    <a:pt x="433413" y="74930"/>
                  </a:moveTo>
                  <a:cubicBezTo>
                    <a:pt x="405473" y="30480"/>
                    <a:pt x="355943" y="0"/>
                    <a:pt x="298793" y="0"/>
                  </a:cubicBezTo>
                  <a:lnTo>
                    <a:pt x="158750" y="0"/>
                  </a:lnTo>
                  <a:cubicBezTo>
                    <a:pt x="71120" y="0"/>
                    <a:pt x="0" y="71120"/>
                    <a:pt x="0" y="158750"/>
                  </a:cubicBezTo>
                  <a:lnTo>
                    <a:pt x="0" y="345826"/>
                  </a:lnTo>
                  <a:cubicBezTo>
                    <a:pt x="0" y="397896"/>
                    <a:pt x="25400" y="443616"/>
                    <a:pt x="63500" y="472826"/>
                  </a:cubicBezTo>
                  <a:cubicBezTo>
                    <a:pt x="91440" y="517276"/>
                    <a:pt x="140970" y="547756"/>
                    <a:pt x="189439" y="547756"/>
                  </a:cubicBezTo>
                  <a:lnTo>
                    <a:pt x="338163" y="547756"/>
                  </a:lnTo>
                  <a:cubicBezTo>
                    <a:pt x="425793" y="547756"/>
                    <a:pt x="496913" y="476636"/>
                    <a:pt x="496913" y="389006"/>
                  </a:cubicBezTo>
                  <a:lnTo>
                    <a:pt x="496913" y="201930"/>
                  </a:lnTo>
                  <a:cubicBezTo>
                    <a:pt x="496913" y="149860"/>
                    <a:pt x="471513" y="104140"/>
                    <a:pt x="433413" y="74930"/>
                  </a:cubicBezTo>
                  <a:close/>
                  <a:moveTo>
                    <a:pt x="12700" y="345826"/>
                  </a:moveTo>
                  <a:lnTo>
                    <a:pt x="12700" y="158750"/>
                  </a:lnTo>
                  <a:cubicBezTo>
                    <a:pt x="12700" y="78740"/>
                    <a:pt x="78740" y="12700"/>
                    <a:pt x="158750" y="12700"/>
                  </a:cubicBezTo>
                  <a:lnTo>
                    <a:pt x="298793" y="12700"/>
                  </a:lnTo>
                  <a:cubicBezTo>
                    <a:pt x="378803" y="12700"/>
                    <a:pt x="444843" y="78740"/>
                    <a:pt x="444843" y="158750"/>
                  </a:cubicBezTo>
                  <a:lnTo>
                    <a:pt x="444843" y="345826"/>
                  </a:lnTo>
                  <a:cubicBezTo>
                    <a:pt x="444843" y="425836"/>
                    <a:pt x="378803" y="491876"/>
                    <a:pt x="298793" y="491876"/>
                  </a:cubicBezTo>
                  <a:lnTo>
                    <a:pt x="158750" y="491876"/>
                  </a:lnTo>
                  <a:cubicBezTo>
                    <a:pt x="78740" y="491876"/>
                    <a:pt x="12700" y="427106"/>
                    <a:pt x="12700" y="345826"/>
                  </a:cubicBezTo>
                  <a:close/>
                  <a:moveTo>
                    <a:pt x="485483" y="389006"/>
                  </a:moveTo>
                  <a:cubicBezTo>
                    <a:pt x="485483" y="469016"/>
                    <a:pt x="418173" y="535056"/>
                    <a:pt x="338163" y="535056"/>
                  </a:cubicBezTo>
                  <a:lnTo>
                    <a:pt x="189439" y="535056"/>
                  </a:lnTo>
                  <a:cubicBezTo>
                    <a:pt x="157480" y="535056"/>
                    <a:pt x="120650" y="518546"/>
                    <a:pt x="93980" y="490606"/>
                  </a:cubicBezTo>
                  <a:cubicBezTo>
                    <a:pt x="114300" y="499496"/>
                    <a:pt x="135890" y="504576"/>
                    <a:pt x="160020" y="504576"/>
                  </a:cubicBezTo>
                  <a:lnTo>
                    <a:pt x="300063" y="504576"/>
                  </a:lnTo>
                  <a:cubicBezTo>
                    <a:pt x="387693" y="504576"/>
                    <a:pt x="458813" y="433456"/>
                    <a:pt x="458813" y="345826"/>
                  </a:cubicBezTo>
                  <a:lnTo>
                    <a:pt x="458813" y="158750"/>
                  </a:lnTo>
                  <a:cubicBezTo>
                    <a:pt x="458813" y="140970"/>
                    <a:pt x="455003" y="123190"/>
                    <a:pt x="449923" y="106680"/>
                  </a:cubicBezTo>
                  <a:cubicBezTo>
                    <a:pt x="471513" y="132080"/>
                    <a:pt x="485483" y="165100"/>
                    <a:pt x="485483" y="201930"/>
                  </a:cubicBezTo>
                  <a:lnTo>
                    <a:pt x="485483" y="389006"/>
                  </a:lnTo>
                  <a:close/>
                </a:path>
              </a:pathLst>
            </a:custGeom>
            <a:solidFill>
              <a:srgbClr val="96A6A1"/>
            </a:solidFill>
          </p:spPr>
        </p:sp>
      </p:grpSp>
      <p:sp>
        <p:nvSpPr>
          <p:cNvPr name="AutoShape 45" id="45"/>
          <p:cNvSpPr/>
          <p:nvPr/>
        </p:nvSpPr>
        <p:spPr>
          <a:xfrm rot="0">
            <a:off x="1811760" y="4974746"/>
            <a:ext cx="4508784" cy="0"/>
          </a:xfrm>
          <a:prstGeom prst="line">
            <a:avLst/>
          </a:prstGeom>
          <a:ln cap="flat" w="9525">
            <a:solidFill>
              <a:srgbClr val="96A6A1"/>
            </a:solidFill>
            <a:prstDash val="lgDash"/>
            <a:headEnd type="none" len="sm" w="sm"/>
            <a:tailEnd type="none" len="sm" w="sm"/>
          </a:ln>
        </p:spPr>
      </p:sp>
      <p:grpSp>
        <p:nvGrpSpPr>
          <p:cNvPr name="Group 46" id="46"/>
          <p:cNvGrpSpPr/>
          <p:nvPr/>
        </p:nvGrpSpPr>
        <p:grpSpPr>
          <a:xfrm rot="0">
            <a:off x="1041400" y="5801044"/>
            <a:ext cx="5689600" cy="3302991"/>
            <a:chOff x="0" y="0"/>
            <a:chExt cx="7783155" cy="4518366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92710" y="106680"/>
              <a:ext cx="7679015" cy="4398986"/>
            </a:xfrm>
            <a:custGeom>
              <a:avLst/>
              <a:gdLst/>
              <a:ahLst/>
              <a:cxnLst/>
              <a:rect r="r" b="b" t="t" l="l"/>
              <a:pathLst>
                <a:path h="4398986" w="7679015">
                  <a:moveTo>
                    <a:pt x="7652344" y="4209756"/>
                  </a:moveTo>
                  <a:cubicBezTo>
                    <a:pt x="7652344" y="4297386"/>
                    <a:pt x="7576144" y="4368506"/>
                    <a:pt x="7494865" y="4368506"/>
                  </a:cubicBezTo>
                  <a:lnTo>
                    <a:pt x="66040" y="4368506"/>
                  </a:lnTo>
                  <a:cubicBezTo>
                    <a:pt x="43180" y="4368506"/>
                    <a:pt x="20320" y="4363426"/>
                    <a:pt x="0" y="4354536"/>
                  </a:cubicBezTo>
                  <a:cubicBezTo>
                    <a:pt x="26670" y="4382476"/>
                    <a:pt x="63500" y="4398986"/>
                    <a:pt x="143070" y="4398986"/>
                  </a:cubicBezTo>
                  <a:lnTo>
                    <a:pt x="7532965" y="4398986"/>
                  </a:lnTo>
                  <a:cubicBezTo>
                    <a:pt x="7612975" y="4398986"/>
                    <a:pt x="7679015" y="4332946"/>
                    <a:pt x="7679015" y="4252936"/>
                  </a:cubicBezTo>
                  <a:lnTo>
                    <a:pt x="7679015" y="95250"/>
                  </a:lnTo>
                  <a:cubicBezTo>
                    <a:pt x="7679015" y="58420"/>
                    <a:pt x="7665044" y="25400"/>
                    <a:pt x="7643454" y="0"/>
                  </a:cubicBezTo>
                  <a:cubicBezTo>
                    <a:pt x="7649804" y="16510"/>
                    <a:pt x="7652344" y="34290"/>
                    <a:pt x="7652344" y="52070"/>
                  </a:cubicBezTo>
                  <a:lnTo>
                    <a:pt x="7652344" y="4209756"/>
                  </a:lnTo>
                  <a:close/>
                </a:path>
              </a:pathLst>
            </a:custGeom>
            <a:solidFill>
              <a:srgbClr val="96A6A1"/>
            </a:solidFill>
          </p:spPr>
        </p:sp>
        <p:sp>
          <p:nvSpPr>
            <p:cNvPr name="Freeform 48" id="48"/>
            <p:cNvSpPr/>
            <p:nvPr/>
          </p:nvSpPr>
          <p:spPr>
            <a:xfrm flipH="false" flipV="false" rot="0">
              <a:off x="12700" y="12700"/>
              <a:ext cx="7718385" cy="4449786"/>
            </a:xfrm>
            <a:custGeom>
              <a:avLst/>
              <a:gdLst/>
              <a:ahLst/>
              <a:cxnLst/>
              <a:rect r="r" b="b" t="t" l="l"/>
              <a:pathLst>
                <a:path h="4449786" w="7718385">
                  <a:moveTo>
                    <a:pt x="146050" y="4449786"/>
                  </a:moveTo>
                  <a:lnTo>
                    <a:pt x="7572335" y="4449786"/>
                  </a:lnTo>
                  <a:cubicBezTo>
                    <a:pt x="7652345" y="4449786"/>
                    <a:pt x="7718385" y="4383746"/>
                    <a:pt x="7718385" y="4303736"/>
                  </a:cubicBezTo>
                  <a:lnTo>
                    <a:pt x="7718385" y="146050"/>
                  </a:lnTo>
                  <a:cubicBezTo>
                    <a:pt x="7718385" y="66040"/>
                    <a:pt x="7652345" y="0"/>
                    <a:pt x="7572335" y="0"/>
                  </a:cubicBezTo>
                  <a:lnTo>
                    <a:pt x="146050" y="0"/>
                  </a:lnTo>
                  <a:cubicBezTo>
                    <a:pt x="66040" y="0"/>
                    <a:pt x="0" y="66040"/>
                    <a:pt x="0" y="146050"/>
                  </a:cubicBezTo>
                  <a:lnTo>
                    <a:pt x="0" y="4303736"/>
                  </a:lnTo>
                  <a:cubicBezTo>
                    <a:pt x="0" y="4385016"/>
                    <a:pt x="66040" y="4449786"/>
                    <a:pt x="146050" y="4449786"/>
                  </a:cubicBezTo>
                  <a:close/>
                </a:path>
              </a:pathLst>
            </a:custGeom>
            <a:solidFill>
              <a:srgbClr val="FFC59A"/>
            </a:solidFill>
          </p:spPr>
        </p:sp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7783154" cy="4518366"/>
            </a:xfrm>
            <a:custGeom>
              <a:avLst/>
              <a:gdLst/>
              <a:ahLst/>
              <a:cxnLst/>
              <a:rect r="r" b="b" t="t" l="l"/>
              <a:pathLst>
                <a:path h="4518366" w="7783154">
                  <a:moveTo>
                    <a:pt x="7719654" y="74930"/>
                  </a:moveTo>
                  <a:cubicBezTo>
                    <a:pt x="7691714" y="30480"/>
                    <a:pt x="7642185" y="0"/>
                    <a:pt x="7585035" y="0"/>
                  </a:cubicBezTo>
                  <a:lnTo>
                    <a:pt x="158750" y="0"/>
                  </a:lnTo>
                  <a:cubicBezTo>
                    <a:pt x="71120" y="0"/>
                    <a:pt x="0" y="71120"/>
                    <a:pt x="0" y="158750"/>
                  </a:cubicBezTo>
                  <a:lnTo>
                    <a:pt x="0" y="4316436"/>
                  </a:lnTo>
                  <a:cubicBezTo>
                    <a:pt x="0" y="4368505"/>
                    <a:pt x="25400" y="4414226"/>
                    <a:pt x="63500" y="4443436"/>
                  </a:cubicBezTo>
                  <a:cubicBezTo>
                    <a:pt x="91440" y="4487886"/>
                    <a:pt x="140970" y="4518366"/>
                    <a:pt x="243125" y="4518366"/>
                  </a:cubicBezTo>
                  <a:lnTo>
                    <a:pt x="7624404" y="4518366"/>
                  </a:lnTo>
                  <a:cubicBezTo>
                    <a:pt x="7712035" y="4518366"/>
                    <a:pt x="7783154" y="4447246"/>
                    <a:pt x="7783154" y="4359616"/>
                  </a:cubicBezTo>
                  <a:lnTo>
                    <a:pt x="7783154" y="201930"/>
                  </a:lnTo>
                  <a:cubicBezTo>
                    <a:pt x="7783154" y="149860"/>
                    <a:pt x="7757754" y="104140"/>
                    <a:pt x="7719654" y="74930"/>
                  </a:cubicBezTo>
                  <a:close/>
                  <a:moveTo>
                    <a:pt x="12700" y="4316436"/>
                  </a:moveTo>
                  <a:lnTo>
                    <a:pt x="12700" y="158750"/>
                  </a:lnTo>
                  <a:cubicBezTo>
                    <a:pt x="12700" y="78740"/>
                    <a:pt x="78740" y="12700"/>
                    <a:pt x="158750" y="12700"/>
                  </a:cubicBezTo>
                  <a:lnTo>
                    <a:pt x="7585035" y="12700"/>
                  </a:lnTo>
                  <a:cubicBezTo>
                    <a:pt x="7665045" y="12700"/>
                    <a:pt x="7731085" y="78740"/>
                    <a:pt x="7731085" y="158750"/>
                  </a:cubicBezTo>
                  <a:lnTo>
                    <a:pt x="7731085" y="4316436"/>
                  </a:lnTo>
                  <a:cubicBezTo>
                    <a:pt x="7731085" y="4396446"/>
                    <a:pt x="7665045" y="4462486"/>
                    <a:pt x="7585035" y="4462486"/>
                  </a:cubicBezTo>
                  <a:lnTo>
                    <a:pt x="158750" y="4462486"/>
                  </a:lnTo>
                  <a:cubicBezTo>
                    <a:pt x="78740" y="4462486"/>
                    <a:pt x="12700" y="4397716"/>
                    <a:pt x="12700" y="4316436"/>
                  </a:cubicBezTo>
                  <a:close/>
                  <a:moveTo>
                    <a:pt x="7771725" y="4359616"/>
                  </a:moveTo>
                  <a:cubicBezTo>
                    <a:pt x="7771725" y="4439626"/>
                    <a:pt x="7704414" y="4505666"/>
                    <a:pt x="7624404" y="4505666"/>
                  </a:cubicBezTo>
                  <a:lnTo>
                    <a:pt x="243125" y="4505666"/>
                  </a:lnTo>
                  <a:cubicBezTo>
                    <a:pt x="157480" y="4505666"/>
                    <a:pt x="120650" y="4489155"/>
                    <a:pt x="93980" y="4461216"/>
                  </a:cubicBezTo>
                  <a:cubicBezTo>
                    <a:pt x="114300" y="4470105"/>
                    <a:pt x="135890" y="4475186"/>
                    <a:pt x="160020" y="4475186"/>
                  </a:cubicBezTo>
                  <a:lnTo>
                    <a:pt x="7586304" y="4475186"/>
                  </a:lnTo>
                  <a:cubicBezTo>
                    <a:pt x="7673935" y="4475186"/>
                    <a:pt x="7745054" y="4404066"/>
                    <a:pt x="7745054" y="4316435"/>
                  </a:cubicBezTo>
                  <a:lnTo>
                    <a:pt x="7745054" y="158750"/>
                  </a:lnTo>
                  <a:cubicBezTo>
                    <a:pt x="7745054" y="140970"/>
                    <a:pt x="7741245" y="123190"/>
                    <a:pt x="7736164" y="106680"/>
                  </a:cubicBezTo>
                  <a:cubicBezTo>
                    <a:pt x="7757754" y="132080"/>
                    <a:pt x="7771725" y="165100"/>
                    <a:pt x="7771725" y="201930"/>
                  </a:cubicBezTo>
                  <a:lnTo>
                    <a:pt x="7771725" y="4359616"/>
                  </a:lnTo>
                  <a:close/>
                </a:path>
              </a:pathLst>
            </a:custGeom>
            <a:solidFill>
              <a:srgbClr val="96A6A1"/>
            </a:solidFill>
          </p:spPr>
        </p:sp>
      </p:grpSp>
      <p:sp>
        <p:nvSpPr>
          <p:cNvPr name="AutoShape 50" id="50"/>
          <p:cNvSpPr/>
          <p:nvPr/>
        </p:nvSpPr>
        <p:spPr>
          <a:xfrm rot="0">
            <a:off x="1811760" y="5832641"/>
            <a:ext cx="4508784" cy="0"/>
          </a:xfrm>
          <a:prstGeom prst="line">
            <a:avLst/>
          </a:prstGeom>
          <a:ln cap="flat" w="9525">
            <a:solidFill>
              <a:srgbClr val="96A6A1"/>
            </a:solidFill>
            <a:prstDash val="lgDash"/>
            <a:headEnd type="none" len="sm" w="sm"/>
            <a:tailEnd type="none" len="sm" w="sm"/>
          </a:ln>
        </p:spPr>
      </p:sp>
      <p:grpSp>
        <p:nvGrpSpPr>
          <p:cNvPr name="Group 51" id="51"/>
          <p:cNvGrpSpPr/>
          <p:nvPr/>
        </p:nvGrpSpPr>
        <p:grpSpPr>
          <a:xfrm rot="0">
            <a:off x="1451856" y="5993931"/>
            <a:ext cx="205509" cy="226536"/>
            <a:chOff x="0" y="0"/>
            <a:chExt cx="496913" cy="547756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92710" y="106680"/>
              <a:ext cx="392773" cy="428376"/>
            </a:xfrm>
            <a:custGeom>
              <a:avLst/>
              <a:gdLst/>
              <a:ahLst/>
              <a:cxnLst/>
              <a:rect r="r" b="b" t="t" l="l"/>
              <a:pathLst>
                <a:path h="428376" w="392773">
                  <a:moveTo>
                    <a:pt x="366103" y="239146"/>
                  </a:moveTo>
                  <a:cubicBezTo>
                    <a:pt x="366103" y="326776"/>
                    <a:pt x="289903" y="397896"/>
                    <a:pt x="208623" y="397896"/>
                  </a:cubicBezTo>
                  <a:lnTo>
                    <a:pt x="66040" y="397896"/>
                  </a:lnTo>
                  <a:cubicBezTo>
                    <a:pt x="43180" y="397896"/>
                    <a:pt x="20320" y="392816"/>
                    <a:pt x="0" y="383926"/>
                  </a:cubicBezTo>
                  <a:cubicBezTo>
                    <a:pt x="26670" y="411866"/>
                    <a:pt x="63500" y="428376"/>
                    <a:pt x="96630" y="428376"/>
                  </a:cubicBezTo>
                  <a:lnTo>
                    <a:pt x="246723" y="428376"/>
                  </a:lnTo>
                  <a:cubicBezTo>
                    <a:pt x="326733" y="428376"/>
                    <a:pt x="392773" y="362336"/>
                    <a:pt x="392773" y="282326"/>
                  </a:cubicBezTo>
                  <a:lnTo>
                    <a:pt x="392773" y="95250"/>
                  </a:lnTo>
                  <a:cubicBezTo>
                    <a:pt x="392773" y="58420"/>
                    <a:pt x="378803" y="25400"/>
                    <a:pt x="357213" y="0"/>
                  </a:cubicBezTo>
                  <a:cubicBezTo>
                    <a:pt x="363563" y="16510"/>
                    <a:pt x="366103" y="34290"/>
                    <a:pt x="366103" y="52070"/>
                  </a:cubicBezTo>
                  <a:lnTo>
                    <a:pt x="366103" y="239146"/>
                  </a:lnTo>
                  <a:close/>
                </a:path>
              </a:pathLst>
            </a:custGeom>
            <a:solidFill>
              <a:srgbClr val="96A6A1"/>
            </a:solidFill>
          </p:spPr>
        </p:sp>
        <p:sp>
          <p:nvSpPr>
            <p:cNvPr name="Freeform 53" id="53"/>
            <p:cNvSpPr/>
            <p:nvPr/>
          </p:nvSpPr>
          <p:spPr>
            <a:xfrm flipH="false" flipV="false" rot="0">
              <a:off x="12700" y="12700"/>
              <a:ext cx="432143" cy="479176"/>
            </a:xfrm>
            <a:custGeom>
              <a:avLst/>
              <a:gdLst/>
              <a:ahLst/>
              <a:cxnLst/>
              <a:rect r="r" b="b" t="t" l="l"/>
              <a:pathLst>
                <a:path h="479176" w="432143">
                  <a:moveTo>
                    <a:pt x="146050" y="479176"/>
                  </a:moveTo>
                  <a:lnTo>
                    <a:pt x="286093" y="479176"/>
                  </a:lnTo>
                  <a:cubicBezTo>
                    <a:pt x="366103" y="479176"/>
                    <a:pt x="432143" y="413136"/>
                    <a:pt x="432143" y="333126"/>
                  </a:cubicBezTo>
                  <a:lnTo>
                    <a:pt x="432143" y="146050"/>
                  </a:lnTo>
                  <a:cubicBezTo>
                    <a:pt x="432143" y="66040"/>
                    <a:pt x="366103" y="0"/>
                    <a:pt x="286093" y="0"/>
                  </a:cubicBezTo>
                  <a:lnTo>
                    <a:pt x="146050" y="0"/>
                  </a:lnTo>
                  <a:cubicBezTo>
                    <a:pt x="66040" y="0"/>
                    <a:pt x="0" y="66040"/>
                    <a:pt x="0" y="146050"/>
                  </a:cubicBezTo>
                  <a:lnTo>
                    <a:pt x="0" y="333126"/>
                  </a:lnTo>
                  <a:cubicBezTo>
                    <a:pt x="0" y="414406"/>
                    <a:pt x="66040" y="479176"/>
                    <a:pt x="146050" y="479176"/>
                  </a:cubicBezTo>
                  <a:close/>
                </a:path>
              </a:pathLst>
            </a:custGeom>
            <a:solidFill>
              <a:srgbClr val="F1EDE1"/>
            </a:solidFill>
          </p:spPr>
        </p:sp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496913" cy="547756"/>
            </a:xfrm>
            <a:custGeom>
              <a:avLst/>
              <a:gdLst/>
              <a:ahLst/>
              <a:cxnLst/>
              <a:rect r="r" b="b" t="t" l="l"/>
              <a:pathLst>
                <a:path h="547756" w="496913">
                  <a:moveTo>
                    <a:pt x="433413" y="74930"/>
                  </a:moveTo>
                  <a:cubicBezTo>
                    <a:pt x="405473" y="30480"/>
                    <a:pt x="355943" y="0"/>
                    <a:pt x="298793" y="0"/>
                  </a:cubicBezTo>
                  <a:lnTo>
                    <a:pt x="158750" y="0"/>
                  </a:lnTo>
                  <a:cubicBezTo>
                    <a:pt x="71120" y="0"/>
                    <a:pt x="0" y="71120"/>
                    <a:pt x="0" y="158750"/>
                  </a:cubicBezTo>
                  <a:lnTo>
                    <a:pt x="0" y="345826"/>
                  </a:lnTo>
                  <a:cubicBezTo>
                    <a:pt x="0" y="397896"/>
                    <a:pt x="25400" y="443616"/>
                    <a:pt x="63500" y="472826"/>
                  </a:cubicBezTo>
                  <a:cubicBezTo>
                    <a:pt x="91440" y="517276"/>
                    <a:pt x="140970" y="547756"/>
                    <a:pt x="189439" y="547756"/>
                  </a:cubicBezTo>
                  <a:lnTo>
                    <a:pt x="338163" y="547756"/>
                  </a:lnTo>
                  <a:cubicBezTo>
                    <a:pt x="425793" y="547756"/>
                    <a:pt x="496913" y="476636"/>
                    <a:pt x="496913" y="389006"/>
                  </a:cubicBezTo>
                  <a:lnTo>
                    <a:pt x="496913" y="201930"/>
                  </a:lnTo>
                  <a:cubicBezTo>
                    <a:pt x="496913" y="149860"/>
                    <a:pt x="471513" y="104140"/>
                    <a:pt x="433413" y="74930"/>
                  </a:cubicBezTo>
                  <a:close/>
                  <a:moveTo>
                    <a:pt x="12700" y="345826"/>
                  </a:moveTo>
                  <a:lnTo>
                    <a:pt x="12700" y="158750"/>
                  </a:lnTo>
                  <a:cubicBezTo>
                    <a:pt x="12700" y="78740"/>
                    <a:pt x="78740" y="12700"/>
                    <a:pt x="158750" y="12700"/>
                  </a:cubicBezTo>
                  <a:lnTo>
                    <a:pt x="298793" y="12700"/>
                  </a:lnTo>
                  <a:cubicBezTo>
                    <a:pt x="378803" y="12700"/>
                    <a:pt x="444843" y="78740"/>
                    <a:pt x="444843" y="158750"/>
                  </a:cubicBezTo>
                  <a:lnTo>
                    <a:pt x="444843" y="345826"/>
                  </a:lnTo>
                  <a:cubicBezTo>
                    <a:pt x="444843" y="425836"/>
                    <a:pt x="378803" y="491876"/>
                    <a:pt x="298793" y="491876"/>
                  </a:cubicBezTo>
                  <a:lnTo>
                    <a:pt x="158750" y="491876"/>
                  </a:lnTo>
                  <a:cubicBezTo>
                    <a:pt x="78740" y="491876"/>
                    <a:pt x="12700" y="427106"/>
                    <a:pt x="12700" y="345826"/>
                  </a:cubicBezTo>
                  <a:close/>
                  <a:moveTo>
                    <a:pt x="485483" y="389006"/>
                  </a:moveTo>
                  <a:cubicBezTo>
                    <a:pt x="485483" y="469016"/>
                    <a:pt x="418173" y="535056"/>
                    <a:pt x="338163" y="535056"/>
                  </a:cubicBezTo>
                  <a:lnTo>
                    <a:pt x="189439" y="535056"/>
                  </a:lnTo>
                  <a:cubicBezTo>
                    <a:pt x="157480" y="535056"/>
                    <a:pt x="120650" y="518546"/>
                    <a:pt x="93980" y="490606"/>
                  </a:cubicBezTo>
                  <a:cubicBezTo>
                    <a:pt x="114300" y="499496"/>
                    <a:pt x="135890" y="504576"/>
                    <a:pt x="160020" y="504576"/>
                  </a:cubicBezTo>
                  <a:lnTo>
                    <a:pt x="300063" y="504576"/>
                  </a:lnTo>
                  <a:cubicBezTo>
                    <a:pt x="387693" y="504576"/>
                    <a:pt x="458813" y="433456"/>
                    <a:pt x="458813" y="345826"/>
                  </a:cubicBezTo>
                  <a:lnTo>
                    <a:pt x="458813" y="158750"/>
                  </a:lnTo>
                  <a:cubicBezTo>
                    <a:pt x="458813" y="140970"/>
                    <a:pt x="455003" y="123190"/>
                    <a:pt x="449923" y="106680"/>
                  </a:cubicBezTo>
                  <a:cubicBezTo>
                    <a:pt x="471513" y="132080"/>
                    <a:pt x="485483" y="165100"/>
                    <a:pt x="485483" y="201930"/>
                  </a:cubicBezTo>
                  <a:lnTo>
                    <a:pt x="485483" y="389006"/>
                  </a:lnTo>
                  <a:close/>
                </a:path>
              </a:pathLst>
            </a:custGeom>
            <a:solidFill>
              <a:srgbClr val="96A6A1"/>
            </a:solidFill>
          </p:spPr>
        </p:sp>
      </p:grpSp>
      <p:sp>
        <p:nvSpPr>
          <p:cNvPr name="AutoShape 55" id="55"/>
          <p:cNvSpPr/>
          <p:nvPr/>
        </p:nvSpPr>
        <p:spPr>
          <a:xfrm rot="0">
            <a:off x="1811760" y="6261588"/>
            <a:ext cx="4508784" cy="0"/>
          </a:xfrm>
          <a:prstGeom prst="line">
            <a:avLst/>
          </a:prstGeom>
          <a:ln cap="flat" w="9525">
            <a:solidFill>
              <a:srgbClr val="96A6A1"/>
            </a:solidFill>
            <a:prstDash val="lgDash"/>
            <a:headEnd type="none" len="sm" w="sm"/>
            <a:tailEnd type="none" len="sm" w="sm"/>
          </a:ln>
        </p:spPr>
      </p:sp>
      <p:grpSp>
        <p:nvGrpSpPr>
          <p:cNvPr name="Group 56" id="56"/>
          <p:cNvGrpSpPr/>
          <p:nvPr/>
        </p:nvGrpSpPr>
        <p:grpSpPr>
          <a:xfrm rot="0">
            <a:off x="1451856" y="6422878"/>
            <a:ext cx="205509" cy="226536"/>
            <a:chOff x="0" y="0"/>
            <a:chExt cx="496913" cy="547756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92710" y="106680"/>
              <a:ext cx="392773" cy="428376"/>
            </a:xfrm>
            <a:custGeom>
              <a:avLst/>
              <a:gdLst/>
              <a:ahLst/>
              <a:cxnLst/>
              <a:rect r="r" b="b" t="t" l="l"/>
              <a:pathLst>
                <a:path h="428376" w="392773">
                  <a:moveTo>
                    <a:pt x="366103" y="239146"/>
                  </a:moveTo>
                  <a:cubicBezTo>
                    <a:pt x="366103" y="326776"/>
                    <a:pt x="289903" y="397896"/>
                    <a:pt x="208623" y="397896"/>
                  </a:cubicBezTo>
                  <a:lnTo>
                    <a:pt x="66040" y="397896"/>
                  </a:lnTo>
                  <a:cubicBezTo>
                    <a:pt x="43180" y="397896"/>
                    <a:pt x="20320" y="392816"/>
                    <a:pt x="0" y="383926"/>
                  </a:cubicBezTo>
                  <a:cubicBezTo>
                    <a:pt x="26670" y="411866"/>
                    <a:pt x="63500" y="428376"/>
                    <a:pt x="96630" y="428376"/>
                  </a:cubicBezTo>
                  <a:lnTo>
                    <a:pt x="246723" y="428376"/>
                  </a:lnTo>
                  <a:cubicBezTo>
                    <a:pt x="326733" y="428376"/>
                    <a:pt x="392773" y="362336"/>
                    <a:pt x="392773" y="282326"/>
                  </a:cubicBezTo>
                  <a:lnTo>
                    <a:pt x="392773" y="95250"/>
                  </a:lnTo>
                  <a:cubicBezTo>
                    <a:pt x="392773" y="58420"/>
                    <a:pt x="378803" y="25400"/>
                    <a:pt x="357213" y="0"/>
                  </a:cubicBezTo>
                  <a:cubicBezTo>
                    <a:pt x="363563" y="16510"/>
                    <a:pt x="366103" y="34290"/>
                    <a:pt x="366103" y="52070"/>
                  </a:cubicBezTo>
                  <a:lnTo>
                    <a:pt x="366103" y="239146"/>
                  </a:lnTo>
                  <a:close/>
                </a:path>
              </a:pathLst>
            </a:custGeom>
            <a:solidFill>
              <a:srgbClr val="96A6A1"/>
            </a:solidFill>
          </p:spPr>
        </p:sp>
        <p:sp>
          <p:nvSpPr>
            <p:cNvPr name="Freeform 58" id="58"/>
            <p:cNvSpPr/>
            <p:nvPr/>
          </p:nvSpPr>
          <p:spPr>
            <a:xfrm flipH="false" flipV="false" rot="0">
              <a:off x="12700" y="12700"/>
              <a:ext cx="432143" cy="479176"/>
            </a:xfrm>
            <a:custGeom>
              <a:avLst/>
              <a:gdLst/>
              <a:ahLst/>
              <a:cxnLst/>
              <a:rect r="r" b="b" t="t" l="l"/>
              <a:pathLst>
                <a:path h="479176" w="432143">
                  <a:moveTo>
                    <a:pt x="146050" y="479176"/>
                  </a:moveTo>
                  <a:lnTo>
                    <a:pt x="286093" y="479176"/>
                  </a:lnTo>
                  <a:cubicBezTo>
                    <a:pt x="366103" y="479176"/>
                    <a:pt x="432143" y="413136"/>
                    <a:pt x="432143" y="333126"/>
                  </a:cubicBezTo>
                  <a:lnTo>
                    <a:pt x="432143" y="146050"/>
                  </a:lnTo>
                  <a:cubicBezTo>
                    <a:pt x="432143" y="66040"/>
                    <a:pt x="366103" y="0"/>
                    <a:pt x="286093" y="0"/>
                  </a:cubicBezTo>
                  <a:lnTo>
                    <a:pt x="146050" y="0"/>
                  </a:lnTo>
                  <a:cubicBezTo>
                    <a:pt x="66040" y="0"/>
                    <a:pt x="0" y="66040"/>
                    <a:pt x="0" y="146050"/>
                  </a:cubicBezTo>
                  <a:lnTo>
                    <a:pt x="0" y="333126"/>
                  </a:lnTo>
                  <a:cubicBezTo>
                    <a:pt x="0" y="414406"/>
                    <a:pt x="66040" y="479176"/>
                    <a:pt x="146050" y="479176"/>
                  </a:cubicBezTo>
                  <a:close/>
                </a:path>
              </a:pathLst>
            </a:custGeom>
            <a:solidFill>
              <a:srgbClr val="F1EDE1"/>
            </a:solidFill>
          </p:spPr>
        </p:sp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496913" cy="547756"/>
            </a:xfrm>
            <a:custGeom>
              <a:avLst/>
              <a:gdLst/>
              <a:ahLst/>
              <a:cxnLst/>
              <a:rect r="r" b="b" t="t" l="l"/>
              <a:pathLst>
                <a:path h="547756" w="496913">
                  <a:moveTo>
                    <a:pt x="433413" y="74930"/>
                  </a:moveTo>
                  <a:cubicBezTo>
                    <a:pt x="405473" y="30480"/>
                    <a:pt x="355943" y="0"/>
                    <a:pt x="298793" y="0"/>
                  </a:cubicBezTo>
                  <a:lnTo>
                    <a:pt x="158750" y="0"/>
                  </a:lnTo>
                  <a:cubicBezTo>
                    <a:pt x="71120" y="0"/>
                    <a:pt x="0" y="71120"/>
                    <a:pt x="0" y="158750"/>
                  </a:cubicBezTo>
                  <a:lnTo>
                    <a:pt x="0" y="345826"/>
                  </a:lnTo>
                  <a:cubicBezTo>
                    <a:pt x="0" y="397896"/>
                    <a:pt x="25400" y="443616"/>
                    <a:pt x="63500" y="472826"/>
                  </a:cubicBezTo>
                  <a:cubicBezTo>
                    <a:pt x="91440" y="517276"/>
                    <a:pt x="140970" y="547756"/>
                    <a:pt x="189439" y="547756"/>
                  </a:cubicBezTo>
                  <a:lnTo>
                    <a:pt x="338163" y="547756"/>
                  </a:lnTo>
                  <a:cubicBezTo>
                    <a:pt x="425793" y="547756"/>
                    <a:pt x="496913" y="476636"/>
                    <a:pt x="496913" y="389006"/>
                  </a:cubicBezTo>
                  <a:lnTo>
                    <a:pt x="496913" y="201930"/>
                  </a:lnTo>
                  <a:cubicBezTo>
                    <a:pt x="496913" y="149860"/>
                    <a:pt x="471513" y="104140"/>
                    <a:pt x="433413" y="74930"/>
                  </a:cubicBezTo>
                  <a:close/>
                  <a:moveTo>
                    <a:pt x="12700" y="345826"/>
                  </a:moveTo>
                  <a:lnTo>
                    <a:pt x="12700" y="158750"/>
                  </a:lnTo>
                  <a:cubicBezTo>
                    <a:pt x="12700" y="78740"/>
                    <a:pt x="78740" y="12700"/>
                    <a:pt x="158750" y="12700"/>
                  </a:cubicBezTo>
                  <a:lnTo>
                    <a:pt x="298793" y="12700"/>
                  </a:lnTo>
                  <a:cubicBezTo>
                    <a:pt x="378803" y="12700"/>
                    <a:pt x="444843" y="78740"/>
                    <a:pt x="444843" y="158750"/>
                  </a:cubicBezTo>
                  <a:lnTo>
                    <a:pt x="444843" y="345826"/>
                  </a:lnTo>
                  <a:cubicBezTo>
                    <a:pt x="444843" y="425836"/>
                    <a:pt x="378803" y="491876"/>
                    <a:pt x="298793" y="491876"/>
                  </a:cubicBezTo>
                  <a:lnTo>
                    <a:pt x="158750" y="491876"/>
                  </a:lnTo>
                  <a:cubicBezTo>
                    <a:pt x="78740" y="491876"/>
                    <a:pt x="12700" y="427106"/>
                    <a:pt x="12700" y="345826"/>
                  </a:cubicBezTo>
                  <a:close/>
                  <a:moveTo>
                    <a:pt x="485483" y="389006"/>
                  </a:moveTo>
                  <a:cubicBezTo>
                    <a:pt x="485483" y="469016"/>
                    <a:pt x="418173" y="535056"/>
                    <a:pt x="338163" y="535056"/>
                  </a:cubicBezTo>
                  <a:lnTo>
                    <a:pt x="189439" y="535056"/>
                  </a:lnTo>
                  <a:cubicBezTo>
                    <a:pt x="157480" y="535056"/>
                    <a:pt x="120650" y="518546"/>
                    <a:pt x="93980" y="490606"/>
                  </a:cubicBezTo>
                  <a:cubicBezTo>
                    <a:pt x="114300" y="499496"/>
                    <a:pt x="135890" y="504576"/>
                    <a:pt x="160020" y="504576"/>
                  </a:cubicBezTo>
                  <a:lnTo>
                    <a:pt x="300063" y="504576"/>
                  </a:lnTo>
                  <a:cubicBezTo>
                    <a:pt x="387693" y="504576"/>
                    <a:pt x="458813" y="433456"/>
                    <a:pt x="458813" y="345826"/>
                  </a:cubicBezTo>
                  <a:lnTo>
                    <a:pt x="458813" y="158750"/>
                  </a:lnTo>
                  <a:cubicBezTo>
                    <a:pt x="458813" y="140970"/>
                    <a:pt x="455003" y="123190"/>
                    <a:pt x="449923" y="106680"/>
                  </a:cubicBezTo>
                  <a:cubicBezTo>
                    <a:pt x="471513" y="132080"/>
                    <a:pt x="485483" y="165100"/>
                    <a:pt x="485483" y="201930"/>
                  </a:cubicBezTo>
                  <a:lnTo>
                    <a:pt x="485483" y="389006"/>
                  </a:lnTo>
                  <a:close/>
                </a:path>
              </a:pathLst>
            </a:custGeom>
            <a:solidFill>
              <a:srgbClr val="96A6A1"/>
            </a:solidFill>
          </p:spPr>
        </p:sp>
      </p:grpSp>
      <p:sp>
        <p:nvSpPr>
          <p:cNvPr name="AutoShape 60" id="60"/>
          <p:cNvSpPr/>
          <p:nvPr/>
        </p:nvSpPr>
        <p:spPr>
          <a:xfrm rot="0">
            <a:off x="1811760" y="6690535"/>
            <a:ext cx="4508784" cy="0"/>
          </a:xfrm>
          <a:prstGeom prst="line">
            <a:avLst/>
          </a:prstGeom>
          <a:ln cap="flat" w="9525">
            <a:solidFill>
              <a:srgbClr val="96A6A1"/>
            </a:solidFill>
            <a:prstDash val="lgDash"/>
            <a:headEnd type="none" len="sm" w="sm"/>
            <a:tailEnd type="none" len="sm" w="sm"/>
          </a:ln>
        </p:spPr>
      </p:sp>
      <p:grpSp>
        <p:nvGrpSpPr>
          <p:cNvPr name="Group 61" id="61"/>
          <p:cNvGrpSpPr/>
          <p:nvPr/>
        </p:nvGrpSpPr>
        <p:grpSpPr>
          <a:xfrm rot="0">
            <a:off x="1451856" y="6851825"/>
            <a:ext cx="205509" cy="226536"/>
            <a:chOff x="0" y="0"/>
            <a:chExt cx="496913" cy="547756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92710" y="106680"/>
              <a:ext cx="392773" cy="428376"/>
            </a:xfrm>
            <a:custGeom>
              <a:avLst/>
              <a:gdLst/>
              <a:ahLst/>
              <a:cxnLst/>
              <a:rect r="r" b="b" t="t" l="l"/>
              <a:pathLst>
                <a:path h="428376" w="392773">
                  <a:moveTo>
                    <a:pt x="366103" y="239146"/>
                  </a:moveTo>
                  <a:cubicBezTo>
                    <a:pt x="366103" y="326776"/>
                    <a:pt x="289903" y="397896"/>
                    <a:pt x="208623" y="397896"/>
                  </a:cubicBezTo>
                  <a:lnTo>
                    <a:pt x="66040" y="397896"/>
                  </a:lnTo>
                  <a:cubicBezTo>
                    <a:pt x="43180" y="397896"/>
                    <a:pt x="20320" y="392816"/>
                    <a:pt x="0" y="383926"/>
                  </a:cubicBezTo>
                  <a:cubicBezTo>
                    <a:pt x="26670" y="411866"/>
                    <a:pt x="63500" y="428376"/>
                    <a:pt x="96630" y="428376"/>
                  </a:cubicBezTo>
                  <a:lnTo>
                    <a:pt x="246723" y="428376"/>
                  </a:lnTo>
                  <a:cubicBezTo>
                    <a:pt x="326733" y="428376"/>
                    <a:pt x="392773" y="362336"/>
                    <a:pt x="392773" y="282326"/>
                  </a:cubicBezTo>
                  <a:lnTo>
                    <a:pt x="392773" y="95250"/>
                  </a:lnTo>
                  <a:cubicBezTo>
                    <a:pt x="392773" y="58420"/>
                    <a:pt x="378803" y="25400"/>
                    <a:pt x="357213" y="0"/>
                  </a:cubicBezTo>
                  <a:cubicBezTo>
                    <a:pt x="363563" y="16510"/>
                    <a:pt x="366103" y="34290"/>
                    <a:pt x="366103" y="52070"/>
                  </a:cubicBezTo>
                  <a:lnTo>
                    <a:pt x="366103" y="239146"/>
                  </a:lnTo>
                  <a:close/>
                </a:path>
              </a:pathLst>
            </a:custGeom>
            <a:solidFill>
              <a:srgbClr val="96A6A1"/>
            </a:solidFill>
          </p:spPr>
        </p:sp>
        <p:sp>
          <p:nvSpPr>
            <p:cNvPr name="Freeform 63" id="63"/>
            <p:cNvSpPr/>
            <p:nvPr/>
          </p:nvSpPr>
          <p:spPr>
            <a:xfrm flipH="false" flipV="false" rot="0">
              <a:off x="12700" y="12700"/>
              <a:ext cx="432143" cy="479176"/>
            </a:xfrm>
            <a:custGeom>
              <a:avLst/>
              <a:gdLst/>
              <a:ahLst/>
              <a:cxnLst/>
              <a:rect r="r" b="b" t="t" l="l"/>
              <a:pathLst>
                <a:path h="479176" w="432143">
                  <a:moveTo>
                    <a:pt x="146050" y="479176"/>
                  </a:moveTo>
                  <a:lnTo>
                    <a:pt x="286093" y="479176"/>
                  </a:lnTo>
                  <a:cubicBezTo>
                    <a:pt x="366103" y="479176"/>
                    <a:pt x="432143" y="413136"/>
                    <a:pt x="432143" y="333126"/>
                  </a:cubicBezTo>
                  <a:lnTo>
                    <a:pt x="432143" y="146050"/>
                  </a:lnTo>
                  <a:cubicBezTo>
                    <a:pt x="432143" y="66040"/>
                    <a:pt x="366103" y="0"/>
                    <a:pt x="286093" y="0"/>
                  </a:cubicBezTo>
                  <a:lnTo>
                    <a:pt x="146050" y="0"/>
                  </a:lnTo>
                  <a:cubicBezTo>
                    <a:pt x="66040" y="0"/>
                    <a:pt x="0" y="66040"/>
                    <a:pt x="0" y="146050"/>
                  </a:cubicBezTo>
                  <a:lnTo>
                    <a:pt x="0" y="333126"/>
                  </a:lnTo>
                  <a:cubicBezTo>
                    <a:pt x="0" y="414406"/>
                    <a:pt x="66040" y="479176"/>
                    <a:pt x="146050" y="479176"/>
                  </a:cubicBezTo>
                  <a:close/>
                </a:path>
              </a:pathLst>
            </a:custGeom>
            <a:solidFill>
              <a:srgbClr val="F1EDE1"/>
            </a:solidFill>
          </p:spPr>
        </p:sp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496913" cy="547756"/>
            </a:xfrm>
            <a:custGeom>
              <a:avLst/>
              <a:gdLst/>
              <a:ahLst/>
              <a:cxnLst/>
              <a:rect r="r" b="b" t="t" l="l"/>
              <a:pathLst>
                <a:path h="547756" w="496913">
                  <a:moveTo>
                    <a:pt x="433413" y="74930"/>
                  </a:moveTo>
                  <a:cubicBezTo>
                    <a:pt x="405473" y="30480"/>
                    <a:pt x="355943" y="0"/>
                    <a:pt x="298793" y="0"/>
                  </a:cubicBezTo>
                  <a:lnTo>
                    <a:pt x="158750" y="0"/>
                  </a:lnTo>
                  <a:cubicBezTo>
                    <a:pt x="71120" y="0"/>
                    <a:pt x="0" y="71120"/>
                    <a:pt x="0" y="158750"/>
                  </a:cubicBezTo>
                  <a:lnTo>
                    <a:pt x="0" y="345826"/>
                  </a:lnTo>
                  <a:cubicBezTo>
                    <a:pt x="0" y="397896"/>
                    <a:pt x="25400" y="443616"/>
                    <a:pt x="63500" y="472826"/>
                  </a:cubicBezTo>
                  <a:cubicBezTo>
                    <a:pt x="91440" y="517276"/>
                    <a:pt x="140970" y="547756"/>
                    <a:pt x="189439" y="547756"/>
                  </a:cubicBezTo>
                  <a:lnTo>
                    <a:pt x="338163" y="547756"/>
                  </a:lnTo>
                  <a:cubicBezTo>
                    <a:pt x="425793" y="547756"/>
                    <a:pt x="496913" y="476636"/>
                    <a:pt x="496913" y="389006"/>
                  </a:cubicBezTo>
                  <a:lnTo>
                    <a:pt x="496913" y="201930"/>
                  </a:lnTo>
                  <a:cubicBezTo>
                    <a:pt x="496913" y="149860"/>
                    <a:pt x="471513" y="104140"/>
                    <a:pt x="433413" y="74930"/>
                  </a:cubicBezTo>
                  <a:close/>
                  <a:moveTo>
                    <a:pt x="12700" y="345826"/>
                  </a:moveTo>
                  <a:lnTo>
                    <a:pt x="12700" y="158750"/>
                  </a:lnTo>
                  <a:cubicBezTo>
                    <a:pt x="12700" y="78740"/>
                    <a:pt x="78740" y="12700"/>
                    <a:pt x="158750" y="12700"/>
                  </a:cubicBezTo>
                  <a:lnTo>
                    <a:pt x="298793" y="12700"/>
                  </a:lnTo>
                  <a:cubicBezTo>
                    <a:pt x="378803" y="12700"/>
                    <a:pt x="444843" y="78740"/>
                    <a:pt x="444843" y="158750"/>
                  </a:cubicBezTo>
                  <a:lnTo>
                    <a:pt x="444843" y="345826"/>
                  </a:lnTo>
                  <a:cubicBezTo>
                    <a:pt x="444843" y="425836"/>
                    <a:pt x="378803" y="491876"/>
                    <a:pt x="298793" y="491876"/>
                  </a:cubicBezTo>
                  <a:lnTo>
                    <a:pt x="158750" y="491876"/>
                  </a:lnTo>
                  <a:cubicBezTo>
                    <a:pt x="78740" y="491876"/>
                    <a:pt x="12700" y="427106"/>
                    <a:pt x="12700" y="345826"/>
                  </a:cubicBezTo>
                  <a:close/>
                  <a:moveTo>
                    <a:pt x="485483" y="389006"/>
                  </a:moveTo>
                  <a:cubicBezTo>
                    <a:pt x="485483" y="469016"/>
                    <a:pt x="418173" y="535056"/>
                    <a:pt x="338163" y="535056"/>
                  </a:cubicBezTo>
                  <a:lnTo>
                    <a:pt x="189439" y="535056"/>
                  </a:lnTo>
                  <a:cubicBezTo>
                    <a:pt x="157480" y="535056"/>
                    <a:pt x="120650" y="518546"/>
                    <a:pt x="93980" y="490606"/>
                  </a:cubicBezTo>
                  <a:cubicBezTo>
                    <a:pt x="114300" y="499496"/>
                    <a:pt x="135890" y="504576"/>
                    <a:pt x="160020" y="504576"/>
                  </a:cubicBezTo>
                  <a:lnTo>
                    <a:pt x="300063" y="504576"/>
                  </a:lnTo>
                  <a:cubicBezTo>
                    <a:pt x="387693" y="504576"/>
                    <a:pt x="458813" y="433456"/>
                    <a:pt x="458813" y="345826"/>
                  </a:cubicBezTo>
                  <a:lnTo>
                    <a:pt x="458813" y="158750"/>
                  </a:lnTo>
                  <a:cubicBezTo>
                    <a:pt x="458813" y="140970"/>
                    <a:pt x="455003" y="123190"/>
                    <a:pt x="449923" y="106680"/>
                  </a:cubicBezTo>
                  <a:cubicBezTo>
                    <a:pt x="471513" y="132080"/>
                    <a:pt x="485483" y="165100"/>
                    <a:pt x="485483" y="201930"/>
                  </a:cubicBezTo>
                  <a:lnTo>
                    <a:pt x="485483" y="389006"/>
                  </a:lnTo>
                  <a:close/>
                </a:path>
              </a:pathLst>
            </a:custGeom>
            <a:solidFill>
              <a:srgbClr val="96A6A1"/>
            </a:solidFill>
          </p:spPr>
        </p:sp>
      </p:grpSp>
      <p:sp>
        <p:nvSpPr>
          <p:cNvPr name="AutoShape 65" id="65"/>
          <p:cNvSpPr/>
          <p:nvPr/>
        </p:nvSpPr>
        <p:spPr>
          <a:xfrm rot="0">
            <a:off x="1811760" y="7119482"/>
            <a:ext cx="4508784" cy="0"/>
          </a:xfrm>
          <a:prstGeom prst="line">
            <a:avLst/>
          </a:prstGeom>
          <a:ln cap="flat" w="9525">
            <a:solidFill>
              <a:srgbClr val="96A6A1"/>
            </a:solidFill>
            <a:prstDash val="lgDash"/>
            <a:headEnd type="none" len="sm" w="sm"/>
            <a:tailEnd type="none" len="sm" w="sm"/>
          </a:ln>
        </p:spPr>
      </p:sp>
      <p:sp>
        <p:nvSpPr>
          <p:cNvPr name="AutoShape 66" id="66"/>
          <p:cNvSpPr/>
          <p:nvPr/>
        </p:nvSpPr>
        <p:spPr>
          <a:xfrm rot="0">
            <a:off x="1811760" y="7548429"/>
            <a:ext cx="4508784" cy="0"/>
          </a:xfrm>
          <a:prstGeom prst="line">
            <a:avLst/>
          </a:prstGeom>
          <a:ln cap="flat" w="9525">
            <a:solidFill>
              <a:srgbClr val="96A6A1"/>
            </a:solidFill>
            <a:prstDash val="lgDash"/>
            <a:headEnd type="none" len="sm" w="sm"/>
            <a:tailEnd type="none" len="sm" w="sm"/>
          </a:ln>
        </p:spPr>
      </p:sp>
      <p:grpSp>
        <p:nvGrpSpPr>
          <p:cNvPr name="Group 67" id="67"/>
          <p:cNvGrpSpPr/>
          <p:nvPr/>
        </p:nvGrpSpPr>
        <p:grpSpPr>
          <a:xfrm rot="0">
            <a:off x="1451856" y="7709719"/>
            <a:ext cx="205509" cy="226536"/>
            <a:chOff x="0" y="0"/>
            <a:chExt cx="496913" cy="547756"/>
          </a:xfrm>
        </p:grpSpPr>
        <p:sp>
          <p:nvSpPr>
            <p:cNvPr name="Freeform 68" id="68"/>
            <p:cNvSpPr/>
            <p:nvPr/>
          </p:nvSpPr>
          <p:spPr>
            <a:xfrm flipH="false" flipV="false" rot="0">
              <a:off x="92710" y="106680"/>
              <a:ext cx="392773" cy="428376"/>
            </a:xfrm>
            <a:custGeom>
              <a:avLst/>
              <a:gdLst/>
              <a:ahLst/>
              <a:cxnLst/>
              <a:rect r="r" b="b" t="t" l="l"/>
              <a:pathLst>
                <a:path h="428376" w="392773">
                  <a:moveTo>
                    <a:pt x="366103" y="239146"/>
                  </a:moveTo>
                  <a:cubicBezTo>
                    <a:pt x="366103" y="326776"/>
                    <a:pt x="289903" y="397896"/>
                    <a:pt x="208623" y="397896"/>
                  </a:cubicBezTo>
                  <a:lnTo>
                    <a:pt x="66040" y="397896"/>
                  </a:lnTo>
                  <a:cubicBezTo>
                    <a:pt x="43180" y="397896"/>
                    <a:pt x="20320" y="392816"/>
                    <a:pt x="0" y="383926"/>
                  </a:cubicBezTo>
                  <a:cubicBezTo>
                    <a:pt x="26670" y="411866"/>
                    <a:pt x="63500" y="428376"/>
                    <a:pt x="96630" y="428376"/>
                  </a:cubicBezTo>
                  <a:lnTo>
                    <a:pt x="246723" y="428376"/>
                  </a:lnTo>
                  <a:cubicBezTo>
                    <a:pt x="326733" y="428376"/>
                    <a:pt x="392773" y="362336"/>
                    <a:pt x="392773" y="282326"/>
                  </a:cubicBezTo>
                  <a:lnTo>
                    <a:pt x="392773" y="95250"/>
                  </a:lnTo>
                  <a:cubicBezTo>
                    <a:pt x="392773" y="58420"/>
                    <a:pt x="378803" y="25400"/>
                    <a:pt x="357213" y="0"/>
                  </a:cubicBezTo>
                  <a:cubicBezTo>
                    <a:pt x="363563" y="16510"/>
                    <a:pt x="366103" y="34290"/>
                    <a:pt x="366103" y="52070"/>
                  </a:cubicBezTo>
                  <a:lnTo>
                    <a:pt x="366103" y="239146"/>
                  </a:lnTo>
                  <a:close/>
                </a:path>
              </a:pathLst>
            </a:custGeom>
            <a:solidFill>
              <a:srgbClr val="96A6A1"/>
            </a:solidFill>
          </p:spPr>
        </p:sp>
        <p:sp>
          <p:nvSpPr>
            <p:cNvPr name="Freeform 69" id="69"/>
            <p:cNvSpPr/>
            <p:nvPr/>
          </p:nvSpPr>
          <p:spPr>
            <a:xfrm flipH="false" flipV="false" rot="0">
              <a:off x="12700" y="12700"/>
              <a:ext cx="432143" cy="479176"/>
            </a:xfrm>
            <a:custGeom>
              <a:avLst/>
              <a:gdLst/>
              <a:ahLst/>
              <a:cxnLst/>
              <a:rect r="r" b="b" t="t" l="l"/>
              <a:pathLst>
                <a:path h="479176" w="432143">
                  <a:moveTo>
                    <a:pt x="146050" y="479176"/>
                  </a:moveTo>
                  <a:lnTo>
                    <a:pt x="286093" y="479176"/>
                  </a:lnTo>
                  <a:cubicBezTo>
                    <a:pt x="366103" y="479176"/>
                    <a:pt x="432143" y="413136"/>
                    <a:pt x="432143" y="333126"/>
                  </a:cubicBezTo>
                  <a:lnTo>
                    <a:pt x="432143" y="146050"/>
                  </a:lnTo>
                  <a:cubicBezTo>
                    <a:pt x="432143" y="66040"/>
                    <a:pt x="366103" y="0"/>
                    <a:pt x="286093" y="0"/>
                  </a:cubicBezTo>
                  <a:lnTo>
                    <a:pt x="146050" y="0"/>
                  </a:lnTo>
                  <a:cubicBezTo>
                    <a:pt x="66040" y="0"/>
                    <a:pt x="0" y="66040"/>
                    <a:pt x="0" y="146050"/>
                  </a:cubicBezTo>
                  <a:lnTo>
                    <a:pt x="0" y="333126"/>
                  </a:lnTo>
                  <a:cubicBezTo>
                    <a:pt x="0" y="414406"/>
                    <a:pt x="66040" y="479176"/>
                    <a:pt x="146050" y="479176"/>
                  </a:cubicBezTo>
                  <a:close/>
                </a:path>
              </a:pathLst>
            </a:custGeom>
            <a:solidFill>
              <a:srgbClr val="F1EDE1"/>
            </a:solidFill>
          </p:spPr>
        </p:sp>
        <p:sp>
          <p:nvSpPr>
            <p:cNvPr name="Freeform 70" id="70"/>
            <p:cNvSpPr/>
            <p:nvPr/>
          </p:nvSpPr>
          <p:spPr>
            <a:xfrm flipH="false" flipV="false" rot="0">
              <a:off x="0" y="0"/>
              <a:ext cx="496913" cy="547756"/>
            </a:xfrm>
            <a:custGeom>
              <a:avLst/>
              <a:gdLst/>
              <a:ahLst/>
              <a:cxnLst/>
              <a:rect r="r" b="b" t="t" l="l"/>
              <a:pathLst>
                <a:path h="547756" w="496913">
                  <a:moveTo>
                    <a:pt x="433413" y="74930"/>
                  </a:moveTo>
                  <a:cubicBezTo>
                    <a:pt x="405473" y="30480"/>
                    <a:pt x="355943" y="0"/>
                    <a:pt x="298793" y="0"/>
                  </a:cubicBezTo>
                  <a:lnTo>
                    <a:pt x="158750" y="0"/>
                  </a:lnTo>
                  <a:cubicBezTo>
                    <a:pt x="71120" y="0"/>
                    <a:pt x="0" y="71120"/>
                    <a:pt x="0" y="158750"/>
                  </a:cubicBezTo>
                  <a:lnTo>
                    <a:pt x="0" y="345826"/>
                  </a:lnTo>
                  <a:cubicBezTo>
                    <a:pt x="0" y="397896"/>
                    <a:pt x="25400" y="443616"/>
                    <a:pt x="63500" y="472826"/>
                  </a:cubicBezTo>
                  <a:cubicBezTo>
                    <a:pt x="91440" y="517276"/>
                    <a:pt x="140970" y="547756"/>
                    <a:pt x="189439" y="547756"/>
                  </a:cubicBezTo>
                  <a:lnTo>
                    <a:pt x="338163" y="547756"/>
                  </a:lnTo>
                  <a:cubicBezTo>
                    <a:pt x="425793" y="547756"/>
                    <a:pt x="496913" y="476636"/>
                    <a:pt x="496913" y="389006"/>
                  </a:cubicBezTo>
                  <a:lnTo>
                    <a:pt x="496913" y="201930"/>
                  </a:lnTo>
                  <a:cubicBezTo>
                    <a:pt x="496913" y="149860"/>
                    <a:pt x="471513" y="104140"/>
                    <a:pt x="433413" y="74930"/>
                  </a:cubicBezTo>
                  <a:close/>
                  <a:moveTo>
                    <a:pt x="12700" y="345826"/>
                  </a:moveTo>
                  <a:lnTo>
                    <a:pt x="12700" y="158750"/>
                  </a:lnTo>
                  <a:cubicBezTo>
                    <a:pt x="12700" y="78740"/>
                    <a:pt x="78740" y="12700"/>
                    <a:pt x="158750" y="12700"/>
                  </a:cubicBezTo>
                  <a:lnTo>
                    <a:pt x="298793" y="12700"/>
                  </a:lnTo>
                  <a:cubicBezTo>
                    <a:pt x="378803" y="12700"/>
                    <a:pt x="444843" y="78740"/>
                    <a:pt x="444843" y="158750"/>
                  </a:cubicBezTo>
                  <a:lnTo>
                    <a:pt x="444843" y="345826"/>
                  </a:lnTo>
                  <a:cubicBezTo>
                    <a:pt x="444843" y="425836"/>
                    <a:pt x="378803" y="491876"/>
                    <a:pt x="298793" y="491876"/>
                  </a:cubicBezTo>
                  <a:lnTo>
                    <a:pt x="158750" y="491876"/>
                  </a:lnTo>
                  <a:cubicBezTo>
                    <a:pt x="78740" y="491876"/>
                    <a:pt x="12700" y="427106"/>
                    <a:pt x="12700" y="345826"/>
                  </a:cubicBezTo>
                  <a:close/>
                  <a:moveTo>
                    <a:pt x="485483" y="389006"/>
                  </a:moveTo>
                  <a:cubicBezTo>
                    <a:pt x="485483" y="469016"/>
                    <a:pt x="418173" y="535056"/>
                    <a:pt x="338163" y="535056"/>
                  </a:cubicBezTo>
                  <a:lnTo>
                    <a:pt x="189439" y="535056"/>
                  </a:lnTo>
                  <a:cubicBezTo>
                    <a:pt x="157480" y="535056"/>
                    <a:pt x="120650" y="518546"/>
                    <a:pt x="93980" y="490606"/>
                  </a:cubicBezTo>
                  <a:cubicBezTo>
                    <a:pt x="114300" y="499496"/>
                    <a:pt x="135890" y="504576"/>
                    <a:pt x="160020" y="504576"/>
                  </a:cubicBezTo>
                  <a:lnTo>
                    <a:pt x="300063" y="504576"/>
                  </a:lnTo>
                  <a:cubicBezTo>
                    <a:pt x="387693" y="504576"/>
                    <a:pt x="458813" y="433456"/>
                    <a:pt x="458813" y="345826"/>
                  </a:cubicBezTo>
                  <a:lnTo>
                    <a:pt x="458813" y="158750"/>
                  </a:lnTo>
                  <a:cubicBezTo>
                    <a:pt x="458813" y="140970"/>
                    <a:pt x="455003" y="123190"/>
                    <a:pt x="449923" y="106680"/>
                  </a:cubicBezTo>
                  <a:cubicBezTo>
                    <a:pt x="471513" y="132080"/>
                    <a:pt x="485483" y="165100"/>
                    <a:pt x="485483" y="201930"/>
                  </a:cubicBezTo>
                  <a:lnTo>
                    <a:pt x="485483" y="389006"/>
                  </a:lnTo>
                  <a:close/>
                </a:path>
              </a:pathLst>
            </a:custGeom>
            <a:solidFill>
              <a:srgbClr val="96A6A1"/>
            </a:solidFill>
          </p:spPr>
        </p:sp>
      </p:grpSp>
      <p:sp>
        <p:nvSpPr>
          <p:cNvPr name="AutoShape 71" id="71"/>
          <p:cNvSpPr/>
          <p:nvPr/>
        </p:nvSpPr>
        <p:spPr>
          <a:xfrm rot="0">
            <a:off x="1811760" y="7977376"/>
            <a:ext cx="4508784" cy="0"/>
          </a:xfrm>
          <a:prstGeom prst="line">
            <a:avLst/>
          </a:prstGeom>
          <a:ln cap="flat" w="9525">
            <a:solidFill>
              <a:srgbClr val="96A6A1"/>
            </a:solidFill>
            <a:prstDash val="lgDash"/>
            <a:headEnd type="none" len="sm" w="sm"/>
            <a:tailEnd type="none" len="sm" w="sm"/>
          </a:ln>
        </p:spPr>
      </p:sp>
      <p:sp>
        <p:nvSpPr>
          <p:cNvPr name="AutoShape 72" id="72"/>
          <p:cNvSpPr/>
          <p:nvPr/>
        </p:nvSpPr>
        <p:spPr>
          <a:xfrm rot="0">
            <a:off x="1811760" y="8406324"/>
            <a:ext cx="4508784" cy="0"/>
          </a:xfrm>
          <a:prstGeom prst="line">
            <a:avLst/>
          </a:prstGeom>
          <a:ln cap="flat" w="9525">
            <a:solidFill>
              <a:srgbClr val="96A6A1"/>
            </a:solidFill>
            <a:prstDash val="lgDash"/>
            <a:headEnd type="none" len="sm" w="sm"/>
            <a:tailEnd type="none" len="sm" w="sm"/>
          </a:ln>
        </p:spPr>
      </p:sp>
      <p:grpSp>
        <p:nvGrpSpPr>
          <p:cNvPr name="Group 73" id="73"/>
          <p:cNvGrpSpPr/>
          <p:nvPr/>
        </p:nvGrpSpPr>
        <p:grpSpPr>
          <a:xfrm rot="0">
            <a:off x="1451856" y="8567614"/>
            <a:ext cx="205509" cy="226536"/>
            <a:chOff x="0" y="0"/>
            <a:chExt cx="496913" cy="547756"/>
          </a:xfrm>
        </p:grpSpPr>
        <p:sp>
          <p:nvSpPr>
            <p:cNvPr name="Freeform 74" id="74"/>
            <p:cNvSpPr/>
            <p:nvPr/>
          </p:nvSpPr>
          <p:spPr>
            <a:xfrm flipH="false" flipV="false" rot="0">
              <a:off x="92710" y="106680"/>
              <a:ext cx="392773" cy="428376"/>
            </a:xfrm>
            <a:custGeom>
              <a:avLst/>
              <a:gdLst/>
              <a:ahLst/>
              <a:cxnLst/>
              <a:rect r="r" b="b" t="t" l="l"/>
              <a:pathLst>
                <a:path h="428376" w="392773">
                  <a:moveTo>
                    <a:pt x="366103" y="239146"/>
                  </a:moveTo>
                  <a:cubicBezTo>
                    <a:pt x="366103" y="326776"/>
                    <a:pt x="289903" y="397896"/>
                    <a:pt x="208623" y="397896"/>
                  </a:cubicBezTo>
                  <a:lnTo>
                    <a:pt x="66040" y="397896"/>
                  </a:lnTo>
                  <a:cubicBezTo>
                    <a:pt x="43180" y="397896"/>
                    <a:pt x="20320" y="392816"/>
                    <a:pt x="0" y="383926"/>
                  </a:cubicBezTo>
                  <a:cubicBezTo>
                    <a:pt x="26670" y="411866"/>
                    <a:pt x="63500" y="428376"/>
                    <a:pt x="96630" y="428376"/>
                  </a:cubicBezTo>
                  <a:lnTo>
                    <a:pt x="246723" y="428376"/>
                  </a:lnTo>
                  <a:cubicBezTo>
                    <a:pt x="326733" y="428376"/>
                    <a:pt x="392773" y="362336"/>
                    <a:pt x="392773" y="282326"/>
                  </a:cubicBezTo>
                  <a:lnTo>
                    <a:pt x="392773" y="95250"/>
                  </a:lnTo>
                  <a:cubicBezTo>
                    <a:pt x="392773" y="58420"/>
                    <a:pt x="378803" y="25400"/>
                    <a:pt x="357213" y="0"/>
                  </a:cubicBezTo>
                  <a:cubicBezTo>
                    <a:pt x="363563" y="16510"/>
                    <a:pt x="366103" y="34290"/>
                    <a:pt x="366103" y="52070"/>
                  </a:cubicBezTo>
                  <a:lnTo>
                    <a:pt x="366103" y="239146"/>
                  </a:lnTo>
                  <a:close/>
                </a:path>
              </a:pathLst>
            </a:custGeom>
            <a:solidFill>
              <a:srgbClr val="96A6A1"/>
            </a:solidFill>
          </p:spPr>
        </p:sp>
        <p:sp>
          <p:nvSpPr>
            <p:cNvPr name="Freeform 75" id="75"/>
            <p:cNvSpPr/>
            <p:nvPr/>
          </p:nvSpPr>
          <p:spPr>
            <a:xfrm flipH="false" flipV="false" rot="0">
              <a:off x="12700" y="12700"/>
              <a:ext cx="432143" cy="479176"/>
            </a:xfrm>
            <a:custGeom>
              <a:avLst/>
              <a:gdLst/>
              <a:ahLst/>
              <a:cxnLst/>
              <a:rect r="r" b="b" t="t" l="l"/>
              <a:pathLst>
                <a:path h="479176" w="432143">
                  <a:moveTo>
                    <a:pt x="146050" y="479176"/>
                  </a:moveTo>
                  <a:lnTo>
                    <a:pt x="286093" y="479176"/>
                  </a:lnTo>
                  <a:cubicBezTo>
                    <a:pt x="366103" y="479176"/>
                    <a:pt x="432143" y="413136"/>
                    <a:pt x="432143" y="333126"/>
                  </a:cubicBezTo>
                  <a:lnTo>
                    <a:pt x="432143" y="146050"/>
                  </a:lnTo>
                  <a:cubicBezTo>
                    <a:pt x="432143" y="66040"/>
                    <a:pt x="366103" y="0"/>
                    <a:pt x="286093" y="0"/>
                  </a:cubicBezTo>
                  <a:lnTo>
                    <a:pt x="146050" y="0"/>
                  </a:lnTo>
                  <a:cubicBezTo>
                    <a:pt x="66040" y="0"/>
                    <a:pt x="0" y="66040"/>
                    <a:pt x="0" y="146050"/>
                  </a:cubicBezTo>
                  <a:lnTo>
                    <a:pt x="0" y="333126"/>
                  </a:lnTo>
                  <a:cubicBezTo>
                    <a:pt x="0" y="414406"/>
                    <a:pt x="66040" y="479176"/>
                    <a:pt x="146050" y="479176"/>
                  </a:cubicBezTo>
                  <a:close/>
                </a:path>
              </a:pathLst>
            </a:custGeom>
            <a:solidFill>
              <a:srgbClr val="F1EDE1"/>
            </a:solidFill>
          </p:spPr>
        </p:sp>
        <p:sp>
          <p:nvSpPr>
            <p:cNvPr name="Freeform 76" id="76"/>
            <p:cNvSpPr/>
            <p:nvPr/>
          </p:nvSpPr>
          <p:spPr>
            <a:xfrm flipH="false" flipV="false" rot="0">
              <a:off x="0" y="0"/>
              <a:ext cx="496913" cy="547756"/>
            </a:xfrm>
            <a:custGeom>
              <a:avLst/>
              <a:gdLst/>
              <a:ahLst/>
              <a:cxnLst/>
              <a:rect r="r" b="b" t="t" l="l"/>
              <a:pathLst>
                <a:path h="547756" w="496913">
                  <a:moveTo>
                    <a:pt x="433413" y="74930"/>
                  </a:moveTo>
                  <a:cubicBezTo>
                    <a:pt x="405473" y="30480"/>
                    <a:pt x="355943" y="0"/>
                    <a:pt x="298793" y="0"/>
                  </a:cubicBezTo>
                  <a:lnTo>
                    <a:pt x="158750" y="0"/>
                  </a:lnTo>
                  <a:cubicBezTo>
                    <a:pt x="71120" y="0"/>
                    <a:pt x="0" y="71120"/>
                    <a:pt x="0" y="158750"/>
                  </a:cubicBezTo>
                  <a:lnTo>
                    <a:pt x="0" y="345826"/>
                  </a:lnTo>
                  <a:cubicBezTo>
                    <a:pt x="0" y="397896"/>
                    <a:pt x="25400" y="443616"/>
                    <a:pt x="63500" y="472826"/>
                  </a:cubicBezTo>
                  <a:cubicBezTo>
                    <a:pt x="91440" y="517276"/>
                    <a:pt x="140970" y="547756"/>
                    <a:pt x="189439" y="547756"/>
                  </a:cubicBezTo>
                  <a:lnTo>
                    <a:pt x="338163" y="547756"/>
                  </a:lnTo>
                  <a:cubicBezTo>
                    <a:pt x="425793" y="547756"/>
                    <a:pt x="496913" y="476636"/>
                    <a:pt x="496913" y="389006"/>
                  </a:cubicBezTo>
                  <a:lnTo>
                    <a:pt x="496913" y="201930"/>
                  </a:lnTo>
                  <a:cubicBezTo>
                    <a:pt x="496913" y="149860"/>
                    <a:pt x="471513" y="104140"/>
                    <a:pt x="433413" y="74930"/>
                  </a:cubicBezTo>
                  <a:close/>
                  <a:moveTo>
                    <a:pt x="12700" y="345826"/>
                  </a:moveTo>
                  <a:lnTo>
                    <a:pt x="12700" y="158750"/>
                  </a:lnTo>
                  <a:cubicBezTo>
                    <a:pt x="12700" y="78740"/>
                    <a:pt x="78740" y="12700"/>
                    <a:pt x="158750" y="12700"/>
                  </a:cubicBezTo>
                  <a:lnTo>
                    <a:pt x="298793" y="12700"/>
                  </a:lnTo>
                  <a:cubicBezTo>
                    <a:pt x="378803" y="12700"/>
                    <a:pt x="444843" y="78740"/>
                    <a:pt x="444843" y="158750"/>
                  </a:cubicBezTo>
                  <a:lnTo>
                    <a:pt x="444843" y="345826"/>
                  </a:lnTo>
                  <a:cubicBezTo>
                    <a:pt x="444843" y="425836"/>
                    <a:pt x="378803" y="491876"/>
                    <a:pt x="298793" y="491876"/>
                  </a:cubicBezTo>
                  <a:lnTo>
                    <a:pt x="158750" y="491876"/>
                  </a:lnTo>
                  <a:cubicBezTo>
                    <a:pt x="78740" y="491876"/>
                    <a:pt x="12700" y="427106"/>
                    <a:pt x="12700" y="345826"/>
                  </a:cubicBezTo>
                  <a:close/>
                  <a:moveTo>
                    <a:pt x="485483" y="389006"/>
                  </a:moveTo>
                  <a:cubicBezTo>
                    <a:pt x="485483" y="469016"/>
                    <a:pt x="418173" y="535056"/>
                    <a:pt x="338163" y="535056"/>
                  </a:cubicBezTo>
                  <a:lnTo>
                    <a:pt x="189439" y="535056"/>
                  </a:lnTo>
                  <a:cubicBezTo>
                    <a:pt x="157480" y="535056"/>
                    <a:pt x="120650" y="518546"/>
                    <a:pt x="93980" y="490606"/>
                  </a:cubicBezTo>
                  <a:cubicBezTo>
                    <a:pt x="114300" y="499496"/>
                    <a:pt x="135890" y="504576"/>
                    <a:pt x="160020" y="504576"/>
                  </a:cubicBezTo>
                  <a:lnTo>
                    <a:pt x="300063" y="504576"/>
                  </a:lnTo>
                  <a:cubicBezTo>
                    <a:pt x="387693" y="504576"/>
                    <a:pt x="458813" y="433456"/>
                    <a:pt x="458813" y="345826"/>
                  </a:cubicBezTo>
                  <a:lnTo>
                    <a:pt x="458813" y="158750"/>
                  </a:lnTo>
                  <a:cubicBezTo>
                    <a:pt x="458813" y="140970"/>
                    <a:pt x="455003" y="123190"/>
                    <a:pt x="449923" y="106680"/>
                  </a:cubicBezTo>
                  <a:cubicBezTo>
                    <a:pt x="471513" y="132080"/>
                    <a:pt x="485483" y="165100"/>
                    <a:pt x="485483" y="201930"/>
                  </a:cubicBezTo>
                  <a:lnTo>
                    <a:pt x="485483" y="389006"/>
                  </a:lnTo>
                  <a:close/>
                </a:path>
              </a:pathLst>
            </a:custGeom>
            <a:solidFill>
              <a:srgbClr val="96A6A1"/>
            </a:solidFill>
          </p:spPr>
        </p:sp>
      </p:grpSp>
      <p:sp>
        <p:nvSpPr>
          <p:cNvPr name="AutoShape 77" id="77"/>
          <p:cNvSpPr/>
          <p:nvPr/>
        </p:nvSpPr>
        <p:spPr>
          <a:xfrm rot="0">
            <a:off x="1811760" y="8835271"/>
            <a:ext cx="4508784" cy="0"/>
          </a:xfrm>
          <a:prstGeom prst="line">
            <a:avLst/>
          </a:prstGeom>
          <a:ln cap="flat" w="9525">
            <a:solidFill>
              <a:srgbClr val="96A6A1"/>
            </a:solidFill>
            <a:prstDash val="lgDash"/>
            <a:headEnd type="none" len="sm" w="sm"/>
            <a:tailEnd type="none" len="sm" w="sm"/>
          </a:ln>
        </p:spPr>
      </p:sp>
      <p:sp>
        <p:nvSpPr>
          <p:cNvPr name="TextBox 78" id="78"/>
          <p:cNvSpPr txBox="true"/>
          <p:nvPr/>
        </p:nvSpPr>
        <p:spPr>
          <a:xfrm rot="0">
            <a:off x="2146250" y="1405033"/>
            <a:ext cx="3479899" cy="3492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>
                <a:solidFill>
                  <a:srgbClr val="000000"/>
                </a:solidFill>
                <a:latin typeface="Fredoka"/>
                <a:ea typeface="Fredoka"/>
                <a:cs typeface="Fredoka"/>
                <a:sym typeface="Fredoka"/>
              </a:rPr>
              <a:t>Paso 1: Entiende el problema</a:t>
            </a:r>
          </a:p>
        </p:txBody>
      </p:sp>
      <p:sp>
        <p:nvSpPr>
          <p:cNvPr name="TextBox 79" id="79"/>
          <p:cNvSpPr txBox="true"/>
          <p:nvPr/>
        </p:nvSpPr>
        <p:spPr>
          <a:xfrm rot="0">
            <a:off x="1811760" y="2030507"/>
            <a:ext cx="3284637" cy="3492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>
                <a:solidFill>
                  <a:srgbClr val="000000"/>
                </a:solidFill>
                <a:latin typeface="Fredoka"/>
                <a:ea typeface="Fredoka"/>
                <a:cs typeface="Fredoka"/>
                <a:sym typeface="Fredoka"/>
              </a:rPr>
              <a:t>Mi clase empieza a las 7:00</a:t>
            </a:r>
          </a:p>
        </p:txBody>
      </p:sp>
      <p:sp>
        <p:nvSpPr>
          <p:cNvPr name="TextBox 80" id="80"/>
          <p:cNvSpPr txBox="true"/>
          <p:nvPr/>
        </p:nvSpPr>
        <p:spPr>
          <a:xfrm rot="0">
            <a:off x="1753741" y="2868587"/>
            <a:ext cx="4917579" cy="3492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>
                <a:solidFill>
                  <a:srgbClr val="000000"/>
                </a:solidFill>
                <a:latin typeface="Fredoka"/>
                <a:ea typeface="Fredoka"/>
                <a:cs typeface="Fredoka"/>
                <a:sym typeface="Fredoka"/>
              </a:rPr>
              <a:t>Quiero llegar a tiempo, y bien arreglada.</a:t>
            </a:r>
          </a:p>
        </p:txBody>
      </p:sp>
      <p:sp>
        <p:nvSpPr>
          <p:cNvPr name="TextBox 81" id="81"/>
          <p:cNvSpPr txBox="true"/>
          <p:nvPr/>
        </p:nvSpPr>
        <p:spPr>
          <a:xfrm rot="0">
            <a:off x="1753741" y="3297534"/>
            <a:ext cx="4977259" cy="3492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>
                <a:solidFill>
                  <a:srgbClr val="000000"/>
                </a:solidFill>
                <a:latin typeface="Fredoka"/>
                <a:ea typeface="Fredoka"/>
                <a:cs typeface="Fredoka"/>
                <a:sym typeface="Fredoka"/>
              </a:rPr>
              <a:t>No quiero que se me olvide nada en casa.</a:t>
            </a:r>
          </a:p>
        </p:txBody>
      </p:sp>
      <p:sp>
        <p:nvSpPr>
          <p:cNvPr name="TextBox 82" id="82"/>
          <p:cNvSpPr txBox="true"/>
          <p:nvPr/>
        </p:nvSpPr>
        <p:spPr>
          <a:xfrm rot="0">
            <a:off x="1753741" y="3754298"/>
            <a:ext cx="4562475" cy="3492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>
                <a:solidFill>
                  <a:srgbClr val="000000"/>
                </a:solidFill>
                <a:latin typeface="Fredoka"/>
                <a:ea typeface="Fredoka"/>
                <a:cs typeface="Fredoka"/>
                <a:sym typeface="Fredoka"/>
              </a:rPr>
              <a:t>Necesito organizar todo un día antes.</a:t>
            </a:r>
          </a:p>
        </p:txBody>
      </p:sp>
      <p:sp>
        <p:nvSpPr>
          <p:cNvPr name="TextBox 83" id="83"/>
          <p:cNvSpPr txBox="true"/>
          <p:nvPr/>
        </p:nvSpPr>
        <p:spPr>
          <a:xfrm rot="0">
            <a:off x="1811760" y="2439640"/>
            <a:ext cx="4004667" cy="3492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>
                <a:solidFill>
                  <a:srgbClr val="000000"/>
                </a:solidFill>
                <a:latin typeface="Fredoka"/>
                <a:ea typeface="Fredoka"/>
                <a:cs typeface="Fredoka"/>
                <a:sym typeface="Fredoka"/>
              </a:rPr>
              <a:t>Necesito despertarme temprano.</a:t>
            </a:r>
          </a:p>
        </p:txBody>
      </p:sp>
      <p:sp>
        <p:nvSpPr>
          <p:cNvPr name="TextBox 84" id="84"/>
          <p:cNvSpPr txBox="true"/>
          <p:nvPr/>
        </p:nvSpPr>
        <p:spPr>
          <a:xfrm rot="0">
            <a:off x="1753741" y="4137369"/>
            <a:ext cx="4848523" cy="3492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>
                <a:solidFill>
                  <a:srgbClr val="000000"/>
                </a:solidFill>
                <a:latin typeface="Fredoka"/>
                <a:ea typeface="Fredoka"/>
                <a:cs typeface="Fredoka"/>
                <a:sym typeface="Fredoka"/>
              </a:rPr>
              <a:t>Quiero salir temprano y rápido de  casa.</a:t>
            </a:r>
          </a:p>
        </p:txBody>
      </p:sp>
      <p:sp>
        <p:nvSpPr>
          <p:cNvPr name="TextBox 85" id="85"/>
          <p:cNvSpPr txBox="true"/>
          <p:nvPr/>
        </p:nvSpPr>
        <p:spPr>
          <a:xfrm rot="0">
            <a:off x="1753741" y="4545517"/>
            <a:ext cx="4628852" cy="3492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>
                <a:solidFill>
                  <a:srgbClr val="000000"/>
                </a:solidFill>
                <a:latin typeface="Fredoka"/>
                <a:ea typeface="Fredoka"/>
                <a:cs typeface="Fredoka"/>
                <a:sym typeface="Fredoka"/>
              </a:rPr>
              <a:t>Mi hermano entra antes que yo (6:40).</a:t>
            </a:r>
          </a:p>
        </p:txBody>
      </p:sp>
      <p:sp>
        <p:nvSpPr>
          <p:cNvPr name="TextBox 86" id="86"/>
          <p:cNvSpPr txBox="true"/>
          <p:nvPr/>
        </p:nvSpPr>
        <p:spPr>
          <a:xfrm rot="0">
            <a:off x="1145679" y="5299395"/>
            <a:ext cx="5481042" cy="3492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>
                <a:solidFill>
                  <a:srgbClr val="000000"/>
                </a:solidFill>
                <a:latin typeface="Fredoka"/>
                <a:ea typeface="Fredoka"/>
                <a:cs typeface="Fredoka"/>
                <a:sym typeface="Fredoka"/>
              </a:rPr>
              <a:t>Paso 2: Identifica las operaciones necesarias.</a:t>
            </a:r>
          </a:p>
        </p:txBody>
      </p:sp>
      <p:sp>
        <p:nvSpPr>
          <p:cNvPr name="TextBox 87" id="87"/>
          <p:cNvSpPr txBox="true"/>
          <p:nvPr/>
        </p:nvSpPr>
        <p:spPr>
          <a:xfrm rot="0">
            <a:off x="1711474" y="5927608"/>
            <a:ext cx="4702076" cy="3067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1800">
                <a:solidFill>
                  <a:srgbClr val="000000"/>
                </a:solidFill>
                <a:latin typeface="Fredoka"/>
                <a:ea typeface="Fredoka"/>
                <a:cs typeface="Fredoka"/>
                <a:sym typeface="Fredoka"/>
              </a:rPr>
              <a:t>Despertar: apagar la alarma y levantarme.</a:t>
            </a:r>
          </a:p>
        </p:txBody>
      </p:sp>
      <p:sp>
        <p:nvSpPr>
          <p:cNvPr name="TextBox 88" id="88"/>
          <p:cNvSpPr txBox="true"/>
          <p:nvPr/>
        </p:nvSpPr>
        <p:spPr>
          <a:xfrm rot="0">
            <a:off x="1711474" y="6374976"/>
            <a:ext cx="5019526" cy="5759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80"/>
              </a:lnSpc>
            </a:pPr>
            <a:r>
              <a:rPr lang="en-US" sz="1700">
                <a:solidFill>
                  <a:srgbClr val="000000"/>
                </a:solidFill>
                <a:latin typeface="Fredoka"/>
                <a:ea typeface="Fredoka"/>
                <a:cs typeface="Fredoka"/>
                <a:sym typeface="Fredoka"/>
              </a:rPr>
              <a:t>Bañarme y arreglarme: elegir la ropa, vestirme etc.</a:t>
            </a:r>
          </a:p>
        </p:txBody>
      </p:sp>
      <p:sp>
        <p:nvSpPr>
          <p:cNvPr name="TextBox 89" id="89"/>
          <p:cNvSpPr txBox="true"/>
          <p:nvPr/>
        </p:nvSpPr>
        <p:spPr>
          <a:xfrm rot="0">
            <a:off x="1711474" y="6880753"/>
            <a:ext cx="5019526" cy="5759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80"/>
              </a:lnSpc>
            </a:pPr>
            <a:r>
              <a:rPr lang="en-US" sz="1700">
                <a:solidFill>
                  <a:srgbClr val="000000"/>
                </a:solidFill>
                <a:latin typeface="Fredoka"/>
                <a:ea typeface="Fredoka"/>
                <a:cs typeface="Fredoka"/>
                <a:sym typeface="Fredoka"/>
              </a:rPr>
              <a:t>Revisar la mochila: laptop, cuaderno, credencial, etc.</a:t>
            </a:r>
          </a:p>
        </p:txBody>
      </p:sp>
      <p:sp>
        <p:nvSpPr>
          <p:cNvPr name="TextBox 90" id="90"/>
          <p:cNvSpPr txBox="true"/>
          <p:nvPr/>
        </p:nvSpPr>
        <p:spPr>
          <a:xfrm rot="0">
            <a:off x="1753741" y="7605297"/>
            <a:ext cx="5019526" cy="5759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80"/>
              </a:lnSpc>
            </a:pPr>
            <a:r>
              <a:rPr lang="en-US" sz="1700">
                <a:solidFill>
                  <a:srgbClr val="000000"/>
                </a:solidFill>
                <a:latin typeface="Fredoka"/>
                <a:ea typeface="Fredoka"/>
                <a:cs typeface="Fredoka"/>
                <a:sym typeface="Fredoka"/>
              </a:rPr>
              <a:t>Revisar mensajes pendientes del celular o llamadas. </a:t>
            </a:r>
          </a:p>
        </p:txBody>
      </p:sp>
      <p:sp>
        <p:nvSpPr>
          <p:cNvPr name="TextBox 91" id="91"/>
          <p:cNvSpPr txBox="true"/>
          <p:nvPr/>
        </p:nvSpPr>
        <p:spPr>
          <a:xfrm rot="0">
            <a:off x="1753741" y="8415566"/>
            <a:ext cx="5019526" cy="5759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80"/>
              </a:lnSpc>
            </a:pPr>
            <a:r>
              <a:rPr lang="en-US" sz="1700">
                <a:solidFill>
                  <a:srgbClr val="000000"/>
                </a:solidFill>
                <a:latin typeface="Fredoka"/>
                <a:ea typeface="Fredoka"/>
                <a:cs typeface="Fredoka"/>
                <a:sym typeface="Fredoka"/>
              </a:rPr>
              <a:t>Elegir transporte: me llevan mis padres, uber o raite.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bg>
      <p:bgPr>
        <a:solidFill>
          <a:srgbClr val="F1EDE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41400" y="1739395"/>
            <a:ext cx="5689600" cy="7573938"/>
            <a:chOff x="0" y="0"/>
            <a:chExt cx="7783155" cy="1036085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92710" y="106680"/>
              <a:ext cx="7679015" cy="10241477"/>
            </a:xfrm>
            <a:custGeom>
              <a:avLst/>
              <a:gdLst/>
              <a:ahLst/>
              <a:cxnLst/>
              <a:rect r="r" b="b" t="t" l="l"/>
              <a:pathLst>
                <a:path h="10241477" w="7679015">
                  <a:moveTo>
                    <a:pt x="7652344" y="10052246"/>
                  </a:moveTo>
                  <a:cubicBezTo>
                    <a:pt x="7652344" y="10139877"/>
                    <a:pt x="7576144" y="10210996"/>
                    <a:pt x="7494865" y="10210996"/>
                  </a:cubicBezTo>
                  <a:lnTo>
                    <a:pt x="66040" y="10210996"/>
                  </a:lnTo>
                  <a:cubicBezTo>
                    <a:pt x="43180" y="10210996"/>
                    <a:pt x="20320" y="10205917"/>
                    <a:pt x="0" y="10197027"/>
                  </a:cubicBezTo>
                  <a:cubicBezTo>
                    <a:pt x="26670" y="10224967"/>
                    <a:pt x="63500" y="10241477"/>
                    <a:pt x="143070" y="10241477"/>
                  </a:cubicBezTo>
                  <a:lnTo>
                    <a:pt x="7532965" y="10241477"/>
                  </a:lnTo>
                  <a:cubicBezTo>
                    <a:pt x="7612975" y="10241477"/>
                    <a:pt x="7679015" y="10175437"/>
                    <a:pt x="7679015" y="10095427"/>
                  </a:cubicBezTo>
                  <a:lnTo>
                    <a:pt x="7679015" y="95250"/>
                  </a:lnTo>
                  <a:cubicBezTo>
                    <a:pt x="7679015" y="58420"/>
                    <a:pt x="7665044" y="25400"/>
                    <a:pt x="7643454" y="0"/>
                  </a:cubicBezTo>
                  <a:cubicBezTo>
                    <a:pt x="7649804" y="16510"/>
                    <a:pt x="7652344" y="34290"/>
                    <a:pt x="7652344" y="52070"/>
                  </a:cubicBezTo>
                  <a:lnTo>
                    <a:pt x="7652344" y="10052246"/>
                  </a:lnTo>
                  <a:close/>
                </a:path>
              </a:pathLst>
            </a:custGeom>
            <a:solidFill>
              <a:srgbClr val="96A6A1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12700" y="12700"/>
              <a:ext cx="7718385" cy="10292276"/>
            </a:xfrm>
            <a:custGeom>
              <a:avLst/>
              <a:gdLst/>
              <a:ahLst/>
              <a:cxnLst/>
              <a:rect r="r" b="b" t="t" l="l"/>
              <a:pathLst>
                <a:path h="10292276" w="7718385">
                  <a:moveTo>
                    <a:pt x="146050" y="10292276"/>
                  </a:moveTo>
                  <a:lnTo>
                    <a:pt x="7572335" y="10292276"/>
                  </a:lnTo>
                  <a:cubicBezTo>
                    <a:pt x="7652345" y="10292276"/>
                    <a:pt x="7718385" y="10226237"/>
                    <a:pt x="7718385" y="10146226"/>
                  </a:cubicBezTo>
                  <a:lnTo>
                    <a:pt x="7718385" y="146050"/>
                  </a:lnTo>
                  <a:cubicBezTo>
                    <a:pt x="7718385" y="66040"/>
                    <a:pt x="7652345" y="0"/>
                    <a:pt x="7572335" y="0"/>
                  </a:cubicBezTo>
                  <a:lnTo>
                    <a:pt x="146050" y="0"/>
                  </a:lnTo>
                  <a:cubicBezTo>
                    <a:pt x="66040" y="0"/>
                    <a:pt x="0" y="66040"/>
                    <a:pt x="0" y="146050"/>
                  </a:cubicBezTo>
                  <a:lnTo>
                    <a:pt x="0" y="10146226"/>
                  </a:lnTo>
                  <a:cubicBezTo>
                    <a:pt x="0" y="10227507"/>
                    <a:pt x="66040" y="10292276"/>
                    <a:pt x="146050" y="10292276"/>
                  </a:cubicBezTo>
                  <a:close/>
                </a:path>
              </a:pathLst>
            </a:custGeom>
            <a:solidFill>
              <a:srgbClr val="F1E1EF"/>
            </a:solidFill>
          </p:spPr>
        </p:sp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7783154" cy="10360857"/>
            </a:xfrm>
            <a:custGeom>
              <a:avLst/>
              <a:gdLst/>
              <a:ahLst/>
              <a:cxnLst/>
              <a:rect r="r" b="b" t="t" l="l"/>
              <a:pathLst>
                <a:path h="10360857" w="7783154">
                  <a:moveTo>
                    <a:pt x="7719654" y="74930"/>
                  </a:moveTo>
                  <a:cubicBezTo>
                    <a:pt x="7691714" y="30480"/>
                    <a:pt x="7642185" y="0"/>
                    <a:pt x="7585035" y="0"/>
                  </a:cubicBezTo>
                  <a:lnTo>
                    <a:pt x="158750" y="0"/>
                  </a:lnTo>
                  <a:cubicBezTo>
                    <a:pt x="71120" y="0"/>
                    <a:pt x="0" y="71120"/>
                    <a:pt x="0" y="158750"/>
                  </a:cubicBezTo>
                  <a:lnTo>
                    <a:pt x="0" y="10158926"/>
                  </a:lnTo>
                  <a:cubicBezTo>
                    <a:pt x="0" y="10210997"/>
                    <a:pt x="25400" y="10256717"/>
                    <a:pt x="63500" y="10285926"/>
                  </a:cubicBezTo>
                  <a:cubicBezTo>
                    <a:pt x="91440" y="10330376"/>
                    <a:pt x="140970" y="10360857"/>
                    <a:pt x="243125" y="10360857"/>
                  </a:cubicBezTo>
                  <a:lnTo>
                    <a:pt x="7624404" y="10360857"/>
                  </a:lnTo>
                  <a:cubicBezTo>
                    <a:pt x="7712035" y="10360857"/>
                    <a:pt x="7783154" y="10289737"/>
                    <a:pt x="7783154" y="10202107"/>
                  </a:cubicBezTo>
                  <a:lnTo>
                    <a:pt x="7783154" y="201930"/>
                  </a:lnTo>
                  <a:cubicBezTo>
                    <a:pt x="7783154" y="149860"/>
                    <a:pt x="7757754" y="104140"/>
                    <a:pt x="7719654" y="74930"/>
                  </a:cubicBezTo>
                  <a:close/>
                  <a:moveTo>
                    <a:pt x="12700" y="10158926"/>
                  </a:moveTo>
                  <a:lnTo>
                    <a:pt x="12700" y="158750"/>
                  </a:lnTo>
                  <a:cubicBezTo>
                    <a:pt x="12700" y="78740"/>
                    <a:pt x="78740" y="12700"/>
                    <a:pt x="158750" y="12700"/>
                  </a:cubicBezTo>
                  <a:lnTo>
                    <a:pt x="7585035" y="12700"/>
                  </a:lnTo>
                  <a:cubicBezTo>
                    <a:pt x="7665045" y="12700"/>
                    <a:pt x="7731085" y="78740"/>
                    <a:pt x="7731085" y="158750"/>
                  </a:cubicBezTo>
                  <a:lnTo>
                    <a:pt x="7731085" y="10158926"/>
                  </a:lnTo>
                  <a:cubicBezTo>
                    <a:pt x="7731085" y="10238937"/>
                    <a:pt x="7665045" y="10304976"/>
                    <a:pt x="7585035" y="10304976"/>
                  </a:cubicBezTo>
                  <a:lnTo>
                    <a:pt x="158750" y="10304976"/>
                  </a:lnTo>
                  <a:cubicBezTo>
                    <a:pt x="78740" y="10304976"/>
                    <a:pt x="12700" y="10240207"/>
                    <a:pt x="12700" y="10158926"/>
                  </a:cubicBezTo>
                  <a:close/>
                  <a:moveTo>
                    <a:pt x="7771725" y="10202107"/>
                  </a:moveTo>
                  <a:cubicBezTo>
                    <a:pt x="7771725" y="10282117"/>
                    <a:pt x="7704414" y="10348157"/>
                    <a:pt x="7624404" y="10348157"/>
                  </a:cubicBezTo>
                  <a:lnTo>
                    <a:pt x="243125" y="10348157"/>
                  </a:lnTo>
                  <a:cubicBezTo>
                    <a:pt x="157480" y="10348157"/>
                    <a:pt x="120650" y="10331647"/>
                    <a:pt x="93980" y="10303707"/>
                  </a:cubicBezTo>
                  <a:cubicBezTo>
                    <a:pt x="114300" y="10312597"/>
                    <a:pt x="135890" y="10317676"/>
                    <a:pt x="160020" y="10317676"/>
                  </a:cubicBezTo>
                  <a:lnTo>
                    <a:pt x="7586304" y="10317676"/>
                  </a:lnTo>
                  <a:cubicBezTo>
                    <a:pt x="7673935" y="10317676"/>
                    <a:pt x="7745054" y="10246557"/>
                    <a:pt x="7745054" y="10158926"/>
                  </a:cubicBezTo>
                  <a:lnTo>
                    <a:pt x="7745054" y="158750"/>
                  </a:lnTo>
                  <a:cubicBezTo>
                    <a:pt x="7745054" y="140970"/>
                    <a:pt x="7741245" y="123190"/>
                    <a:pt x="7736164" y="106680"/>
                  </a:cubicBezTo>
                  <a:cubicBezTo>
                    <a:pt x="7757754" y="132080"/>
                    <a:pt x="7771725" y="165100"/>
                    <a:pt x="7771725" y="201930"/>
                  </a:cubicBezTo>
                  <a:lnTo>
                    <a:pt x="7771725" y="10202107"/>
                  </a:lnTo>
                  <a:close/>
                </a:path>
              </a:pathLst>
            </a:custGeom>
            <a:solidFill>
              <a:srgbClr val="96A6A1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451856" y="2133406"/>
            <a:ext cx="205509" cy="226536"/>
            <a:chOff x="0" y="0"/>
            <a:chExt cx="496913" cy="547756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92710" y="106680"/>
              <a:ext cx="392773" cy="428376"/>
            </a:xfrm>
            <a:custGeom>
              <a:avLst/>
              <a:gdLst/>
              <a:ahLst/>
              <a:cxnLst/>
              <a:rect r="r" b="b" t="t" l="l"/>
              <a:pathLst>
                <a:path h="428376" w="392773">
                  <a:moveTo>
                    <a:pt x="366103" y="239146"/>
                  </a:moveTo>
                  <a:cubicBezTo>
                    <a:pt x="366103" y="326776"/>
                    <a:pt x="289903" y="397896"/>
                    <a:pt x="208623" y="397896"/>
                  </a:cubicBezTo>
                  <a:lnTo>
                    <a:pt x="66040" y="397896"/>
                  </a:lnTo>
                  <a:cubicBezTo>
                    <a:pt x="43180" y="397896"/>
                    <a:pt x="20320" y="392816"/>
                    <a:pt x="0" y="383926"/>
                  </a:cubicBezTo>
                  <a:cubicBezTo>
                    <a:pt x="26670" y="411866"/>
                    <a:pt x="63500" y="428376"/>
                    <a:pt x="96630" y="428376"/>
                  </a:cubicBezTo>
                  <a:lnTo>
                    <a:pt x="246723" y="428376"/>
                  </a:lnTo>
                  <a:cubicBezTo>
                    <a:pt x="326733" y="428376"/>
                    <a:pt x="392773" y="362336"/>
                    <a:pt x="392773" y="282326"/>
                  </a:cubicBezTo>
                  <a:lnTo>
                    <a:pt x="392773" y="95250"/>
                  </a:lnTo>
                  <a:cubicBezTo>
                    <a:pt x="392773" y="58420"/>
                    <a:pt x="378803" y="25400"/>
                    <a:pt x="357213" y="0"/>
                  </a:cubicBezTo>
                  <a:cubicBezTo>
                    <a:pt x="363563" y="16510"/>
                    <a:pt x="366103" y="34290"/>
                    <a:pt x="366103" y="52070"/>
                  </a:cubicBezTo>
                  <a:lnTo>
                    <a:pt x="366103" y="239146"/>
                  </a:lnTo>
                  <a:close/>
                </a:path>
              </a:pathLst>
            </a:custGeom>
            <a:solidFill>
              <a:srgbClr val="96A6A1"/>
            </a:solid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12700" y="12700"/>
              <a:ext cx="432143" cy="479176"/>
            </a:xfrm>
            <a:custGeom>
              <a:avLst/>
              <a:gdLst/>
              <a:ahLst/>
              <a:cxnLst/>
              <a:rect r="r" b="b" t="t" l="l"/>
              <a:pathLst>
                <a:path h="479176" w="432143">
                  <a:moveTo>
                    <a:pt x="146050" y="479176"/>
                  </a:moveTo>
                  <a:lnTo>
                    <a:pt x="286093" y="479176"/>
                  </a:lnTo>
                  <a:cubicBezTo>
                    <a:pt x="366103" y="479176"/>
                    <a:pt x="432143" y="413136"/>
                    <a:pt x="432143" y="333126"/>
                  </a:cubicBezTo>
                  <a:lnTo>
                    <a:pt x="432143" y="146050"/>
                  </a:lnTo>
                  <a:cubicBezTo>
                    <a:pt x="432143" y="66040"/>
                    <a:pt x="366103" y="0"/>
                    <a:pt x="286093" y="0"/>
                  </a:cubicBezTo>
                  <a:lnTo>
                    <a:pt x="146050" y="0"/>
                  </a:lnTo>
                  <a:cubicBezTo>
                    <a:pt x="66040" y="0"/>
                    <a:pt x="0" y="66040"/>
                    <a:pt x="0" y="146050"/>
                  </a:cubicBezTo>
                  <a:lnTo>
                    <a:pt x="0" y="333126"/>
                  </a:lnTo>
                  <a:cubicBezTo>
                    <a:pt x="0" y="414406"/>
                    <a:pt x="66040" y="479176"/>
                    <a:pt x="146050" y="479176"/>
                  </a:cubicBezTo>
                  <a:close/>
                </a:path>
              </a:pathLst>
            </a:custGeom>
            <a:solidFill>
              <a:srgbClr val="F1EDE1"/>
            </a:solid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496913" cy="547756"/>
            </a:xfrm>
            <a:custGeom>
              <a:avLst/>
              <a:gdLst/>
              <a:ahLst/>
              <a:cxnLst/>
              <a:rect r="r" b="b" t="t" l="l"/>
              <a:pathLst>
                <a:path h="547756" w="496913">
                  <a:moveTo>
                    <a:pt x="433413" y="74930"/>
                  </a:moveTo>
                  <a:cubicBezTo>
                    <a:pt x="405473" y="30480"/>
                    <a:pt x="355943" y="0"/>
                    <a:pt x="298793" y="0"/>
                  </a:cubicBezTo>
                  <a:lnTo>
                    <a:pt x="158750" y="0"/>
                  </a:lnTo>
                  <a:cubicBezTo>
                    <a:pt x="71120" y="0"/>
                    <a:pt x="0" y="71120"/>
                    <a:pt x="0" y="158750"/>
                  </a:cubicBezTo>
                  <a:lnTo>
                    <a:pt x="0" y="345826"/>
                  </a:lnTo>
                  <a:cubicBezTo>
                    <a:pt x="0" y="397896"/>
                    <a:pt x="25400" y="443616"/>
                    <a:pt x="63500" y="472826"/>
                  </a:cubicBezTo>
                  <a:cubicBezTo>
                    <a:pt x="91440" y="517276"/>
                    <a:pt x="140970" y="547756"/>
                    <a:pt x="189439" y="547756"/>
                  </a:cubicBezTo>
                  <a:lnTo>
                    <a:pt x="338163" y="547756"/>
                  </a:lnTo>
                  <a:cubicBezTo>
                    <a:pt x="425793" y="547756"/>
                    <a:pt x="496913" y="476636"/>
                    <a:pt x="496913" y="389006"/>
                  </a:cubicBezTo>
                  <a:lnTo>
                    <a:pt x="496913" y="201930"/>
                  </a:lnTo>
                  <a:cubicBezTo>
                    <a:pt x="496913" y="149860"/>
                    <a:pt x="471513" y="104140"/>
                    <a:pt x="433413" y="74930"/>
                  </a:cubicBezTo>
                  <a:close/>
                  <a:moveTo>
                    <a:pt x="12700" y="345826"/>
                  </a:moveTo>
                  <a:lnTo>
                    <a:pt x="12700" y="158750"/>
                  </a:lnTo>
                  <a:cubicBezTo>
                    <a:pt x="12700" y="78740"/>
                    <a:pt x="78740" y="12700"/>
                    <a:pt x="158750" y="12700"/>
                  </a:cubicBezTo>
                  <a:lnTo>
                    <a:pt x="298793" y="12700"/>
                  </a:lnTo>
                  <a:cubicBezTo>
                    <a:pt x="378803" y="12700"/>
                    <a:pt x="444843" y="78740"/>
                    <a:pt x="444843" y="158750"/>
                  </a:cubicBezTo>
                  <a:lnTo>
                    <a:pt x="444843" y="345826"/>
                  </a:lnTo>
                  <a:cubicBezTo>
                    <a:pt x="444843" y="425836"/>
                    <a:pt x="378803" y="491876"/>
                    <a:pt x="298793" y="491876"/>
                  </a:cubicBezTo>
                  <a:lnTo>
                    <a:pt x="158750" y="491876"/>
                  </a:lnTo>
                  <a:cubicBezTo>
                    <a:pt x="78740" y="491876"/>
                    <a:pt x="12700" y="427106"/>
                    <a:pt x="12700" y="345826"/>
                  </a:cubicBezTo>
                  <a:close/>
                  <a:moveTo>
                    <a:pt x="485483" y="389006"/>
                  </a:moveTo>
                  <a:cubicBezTo>
                    <a:pt x="485483" y="469016"/>
                    <a:pt x="418173" y="535056"/>
                    <a:pt x="338163" y="535056"/>
                  </a:cubicBezTo>
                  <a:lnTo>
                    <a:pt x="189439" y="535056"/>
                  </a:lnTo>
                  <a:cubicBezTo>
                    <a:pt x="157480" y="535056"/>
                    <a:pt x="120650" y="518546"/>
                    <a:pt x="93980" y="490606"/>
                  </a:cubicBezTo>
                  <a:cubicBezTo>
                    <a:pt x="114300" y="499496"/>
                    <a:pt x="135890" y="504576"/>
                    <a:pt x="160020" y="504576"/>
                  </a:cubicBezTo>
                  <a:lnTo>
                    <a:pt x="300063" y="504576"/>
                  </a:lnTo>
                  <a:cubicBezTo>
                    <a:pt x="387693" y="504576"/>
                    <a:pt x="458813" y="433456"/>
                    <a:pt x="458813" y="345826"/>
                  </a:cubicBezTo>
                  <a:lnTo>
                    <a:pt x="458813" y="158750"/>
                  </a:lnTo>
                  <a:cubicBezTo>
                    <a:pt x="458813" y="140970"/>
                    <a:pt x="455003" y="123190"/>
                    <a:pt x="449923" y="106680"/>
                  </a:cubicBezTo>
                  <a:cubicBezTo>
                    <a:pt x="471513" y="132080"/>
                    <a:pt x="485483" y="165100"/>
                    <a:pt x="485483" y="201930"/>
                  </a:cubicBezTo>
                  <a:lnTo>
                    <a:pt x="485483" y="389006"/>
                  </a:lnTo>
                  <a:close/>
                </a:path>
              </a:pathLst>
            </a:custGeom>
            <a:solidFill>
              <a:srgbClr val="96A6A1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451856" y="2562353"/>
            <a:ext cx="205509" cy="226536"/>
            <a:chOff x="0" y="0"/>
            <a:chExt cx="496913" cy="547756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92710" y="106680"/>
              <a:ext cx="392773" cy="428376"/>
            </a:xfrm>
            <a:custGeom>
              <a:avLst/>
              <a:gdLst/>
              <a:ahLst/>
              <a:cxnLst/>
              <a:rect r="r" b="b" t="t" l="l"/>
              <a:pathLst>
                <a:path h="428376" w="392773">
                  <a:moveTo>
                    <a:pt x="366103" y="239146"/>
                  </a:moveTo>
                  <a:cubicBezTo>
                    <a:pt x="366103" y="326776"/>
                    <a:pt x="289903" y="397896"/>
                    <a:pt x="208623" y="397896"/>
                  </a:cubicBezTo>
                  <a:lnTo>
                    <a:pt x="66040" y="397896"/>
                  </a:lnTo>
                  <a:cubicBezTo>
                    <a:pt x="43180" y="397896"/>
                    <a:pt x="20320" y="392816"/>
                    <a:pt x="0" y="383926"/>
                  </a:cubicBezTo>
                  <a:cubicBezTo>
                    <a:pt x="26670" y="411866"/>
                    <a:pt x="63500" y="428376"/>
                    <a:pt x="96630" y="428376"/>
                  </a:cubicBezTo>
                  <a:lnTo>
                    <a:pt x="246723" y="428376"/>
                  </a:lnTo>
                  <a:cubicBezTo>
                    <a:pt x="326733" y="428376"/>
                    <a:pt x="392773" y="362336"/>
                    <a:pt x="392773" y="282326"/>
                  </a:cubicBezTo>
                  <a:lnTo>
                    <a:pt x="392773" y="95250"/>
                  </a:lnTo>
                  <a:cubicBezTo>
                    <a:pt x="392773" y="58420"/>
                    <a:pt x="378803" y="25400"/>
                    <a:pt x="357213" y="0"/>
                  </a:cubicBezTo>
                  <a:cubicBezTo>
                    <a:pt x="363563" y="16510"/>
                    <a:pt x="366103" y="34290"/>
                    <a:pt x="366103" y="52070"/>
                  </a:cubicBezTo>
                  <a:lnTo>
                    <a:pt x="366103" y="239146"/>
                  </a:lnTo>
                  <a:close/>
                </a:path>
              </a:pathLst>
            </a:custGeom>
            <a:solidFill>
              <a:srgbClr val="96A6A1"/>
            </a:solidFill>
          </p:spPr>
        </p:sp>
        <p:sp>
          <p:nvSpPr>
            <p:cNvPr name="Freeform 12" id="12"/>
            <p:cNvSpPr/>
            <p:nvPr/>
          </p:nvSpPr>
          <p:spPr>
            <a:xfrm flipH="false" flipV="false" rot="0">
              <a:off x="12700" y="12700"/>
              <a:ext cx="432143" cy="479176"/>
            </a:xfrm>
            <a:custGeom>
              <a:avLst/>
              <a:gdLst/>
              <a:ahLst/>
              <a:cxnLst/>
              <a:rect r="r" b="b" t="t" l="l"/>
              <a:pathLst>
                <a:path h="479176" w="432143">
                  <a:moveTo>
                    <a:pt x="146050" y="479176"/>
                  </a:moveTo>
                  <a:lnTo>
                    <a:pt x="286093" y="479176"/>
                  </a:lnTo>
                  <a:cubicBezTo>
                    <a:pt x="366103" y="479176"/>
                    <a:pt x="432143" y="413136"/>
                    <a:pt x="432143" y="333126"/>
                  </a:cubicBezTo>
                  <a:lnTo>
                    <a:pt x="432143" y="146050"/>
                  </a:lnTo>
                  <a:cubicBezTo>
                    <a:pt x="432143" y="66040"/>
                    <a:pt x="366103" y="0"/>
                    <a:pt x="286093" y="0"/>
                  </a:cubicBezTo>
                  <a:lnTo>
                    <a:pt x="146050" y="0"/>
                  </a:lnTo>
                  <a:cubicBezTo>
                    <a:pt x="66040" y="0"/>
                    <a:pt x="0" y="66040"/>
                    <a:pt x="0" y="146050"/>
                  </a:cubicBezTo>
                  <a:lnTo>
                    <a:pt x="0" y="333126"/>
                  </a:lnTo>
                  <a:cubicBezTo>
                    <a:pt x="0" y="414406"/>
                    <a:pt x="66040" y="479176"/>
                    <a:pt x="146050" y="479176"/>
                  </a:cubicBezTo>
                  <a:close/>
                </a:path>
              </a:pathLst>
            </a:custGeom>
            <a:solidFill>
              <a:srgbClr val="F1EDE1"/>
            </a:solid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496913" cy="547756"/>
            </a:xfrm>
            <a:custGeom>
              <a:avLst/>
              <a:gdLst/>
              <a:ahLst/>
              <a:cxnLst/>
              <a:rect r="r" b="b" t="t" l="l"/>
              <a:pathLst>
                <a:path h="547756" w="496913">
                  <a:moveTo>
                    <a:pt x="433413" y="74930"/>
                  </a:moveTo>
                  <a:cubicBezTo>
                    <a:pt x="405473" y="30480"/>
                    <a:pt x="355943" y="0"/>
                    <a:pt x="298793" y="0"/>
                  </a:cubicBezTo>
                  <a:lnTo>
                    <a:pt x="158750" y="0"/>
                  </a:lnTo>
                  <a:cubicBezTo>
                    <a:pt x="71120" y="0"/>
                    <a:pt x="0" y="71120"/>
                    <a:pt x="0" y="158750"/>
                  </a:cubicBezTo>
                  <a:lnTo>
                    <a:pt x="0" y="345826"/>
                  </a:lnTo>
                  <a:cubicBezTo>
                    <a:pt x="0" y="397896"/>
                    <a:pt x="25400" y="443616"/>
                    <a:pt x="63500" y="472826"/>
                  </a:cubicBezTo>
                  <a:cubicBezTo>
                    <a:pt x="91440" y="517276"/>
                    <a:pt x="140970" y="547756"/>
                    <a:pt x="189439" y="547756"/>
                  </a:cubicBezTo>
                  <a:lnTo>
                    <a:pt x="338163" y="547756"/>
                  </a:lnTo>
                  <a:cubicBezTo>
                    <a:pt x="425793" y="547756"/>
                    <a:pt x="496913" y="476636"/>
                    <a:pt x="496913" y="389006"/>
                  </a:cubicBezTo>
                  <a:lnTo>
                    <a:pt x="496913" y="201930"/>
                  </a:lnTo>
                  <a:cubicBezTo>
                    <a:pt x="496913" y="149860"/>
                    <a:pt x="471513" y="104140"/>
                    <a:pt x="433413" y="74930"/>
                  </a:cubicBezTo>
                  <a:close/>
                  <a:moveTo>
                    <a:pt x="12700" y="345826"/>
                  </a:moveTo>
                  <a:lnTo>
                    <a:pt x="12700" y="158750"/>
                  </a:lnTo>
                  <a:cubicBezTo>
                    <a:pt x="12700" y="78740"/>
                    <a:pt x="78740" y="12700"/>
                    <a:pt x="158750" y="12700"/>
                  </a:cubicBezTo>
                  <a:lnTo>
                    <a:pt x="298793" y="12700"/>
                  </a:lnTo>
                  <a:cubicBezTo>
                    <a:pt x="378803" y="12700"/>
                    <a:pt x="444843" y="78740"/>
                    <a:pt x="444843" y="158750"/>
                  </a:cubicBezTo>
                  <a:lnTo>
                    <a:pt x="444843" y="345826"/>
                  </a:lnTo>
                  <a:cubicBezTo>
                    <a:pt x="444843" y="425836"/>
                    <a:pt x="378803" y="491876"/>
                    <a:pt x="298793" y="491876"/>
                  </a:cubicBezTo>
                  <a:lnTo>
                    <a:pt x="158750" y="491876"/>
                  </a:lnTo>
                  <a:cubicBezTo>
                    <a:pt x="78740" y="491876"/>
                    <a:pt x="12700" y="427106"/>
                    <a:pt x="12700" y="345826"/>
                  </a:cubicBezTo>
                  <a:close/>
                  <a:moveTo>
                    <a:pt x="485483" y="389006"/>
                  </a:moveTo>
                  <a:cubicBezTo>
                    <a:pt x="485483" y="469016"/>
                    <a:pt x="418173" y="535056"/>
                    <a:pt x="338163" y="535056"/>
                  </a:cubicBezTo>
                  <a:lnTo>
                    <a:pt x="189439" y="535056"/>
                  </a:lnTo>
                  <a:cubicBezTo>
                    <a:pt x="157480" y="535056"/>
                    <a:pt x="120650" y="518546"/>
                    <a:pt x="93980" y="490606"/>
                  </a:cubicBezTo>
                  <a:cubicBezTo>
                    <a:pt x="114300" y="499496"/>
                    <a:pt x="135890" y="504576"/>
                    <a:pt x="160020" y="504576"/>
                  </a:cubicBezTo>
                  <a:lnTo>
                    <a:pt x="300063" y="504576"/>
                  </a:lnTo>
                  <a:cubicBezTo>
                    <a:pt x="387693" y="504576"/>
                    <a:pt x="458813" y="433456"/>
                    <a:pt x="458813" y="345826"/>
                  </a:cubicBezTo>
                  <a:lnTo>
                    <a:pt x="458813" y="158750"/>
                  </a:lnTo>
                  <a:cubicBezTo>
                    <a:pt x="458813" y="140970"/>
                    <a:pt x="455003" y="123190"/>
                    <a:pt x="449923" y="106680"/>
                  </a:cubicBezTo>
                  <a:cubicBezTo>
                    <a:pt x="471513" y="132080"/>
                    <a:pt x="485483" y="165100"/>
                    <a:pt x="485483" y="201930"/>
                  </a:cubicBezTo>
                  <a:lnTo>
                    <a:pt x="485483" y="389006"/>
                  </a:lnTo>
                  <a:close/>
                </a:path>
              </a:pathLst>
            </a:custGeom>
            <a:solidFill>
              <a:srgbClr val="96A6A1"/>
            </a:solidFill>
          </p:spPr>
        </p:sp>
      </p:grpSp>
      <p:sp>
        <p:nvSpPr>
          <p:cNvPr name="AutoShape 14" id="14"/>
          <p:cNvSpPr/>
          <p:nvPr/>
        </p:nvSpPr>
        <p:spPr>
          <a:xfrm>
            <a:off x="1811760" y="2405544"/>
            <a:ext cx="4508784" cy="0"/>
          </a:xfrm>
          <a:prstGeom prst="line">
            <a:avLst/>
          </a:prstGeom>
          <a:ln cap="flat" w="9525">
            <a:solidFill>
              <a:srgbClr val="96A6A1"/>
            </a:solidFill>
            <a:prstDash val="lgDash"/>
            <a:headEnd type="none" len="sm" w="sm"/>
            <a:tailEnd type="none" len="sm" w="sm"/>
          </a:ln>
        </p:spPr>
      </p:sp>
      <p:sp>
        <p:nvSpPr>
          <p:cNvPr name="AutoShape 15" id="15"/>
          <p:cNvSpPr/>
          <p:nvPr/>
        </p:nvSpPr>
        <p:spPr>
          <a:xfrm rot="0">
            <a:off x="1811760" y="2830011"/>
            <a:ext cx="4508784" cy="0"/>
          </a:xfrm>
          <a:prstGeom prst="line">
            <a:avLst/>
          </a:prstGeom>
          <a:ln cap="flat" w="9525">
            <a:solidFill>
              <a:srgbClr val="96A6A1"/>
            </a:solidFill>
            <a:prstDash val="lgDash"/>
            <a:headEnd type="none" len="sm" w="sm"/>
            <a:tailEnd type="none" len="sm" w="sm"/>
          </a:ln>
        </p:spPr>
      </p:sp>
      <p:grpSp>
        <p:nvGrpSpPr>
          <p:cNvPr name="Group 16" id="16"/>
          <p:cNvGrpSpPr/>
          <p:nvPr/>
        </p:nvGrpSpPr>
        <p:grpSpPr>
          <a:xfrm rot="0">
            <a:off x="1451856" y="2991301"/>
            <a:ext cx="205509" cy="226536"/>
            <a:chOff x="0" y="0"/>
            <a:chExt cx="496913" cy="547756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92710" y="106680"/>
              <a:ext cx="392773" cy="428376"/>
            </a:xfrm>
            <a:custGeom>
              <a:avLst/>
              <a:gdLst/>
              <a:ahLst/>
              <a:cxnLst/>
              <a:rect r="r" b="b" t="t" l="l"/>
              <a:pathLst>
                <a:path h="428376" w="392773">
                  <a:moveTo>
                    <a:pt x="366103" y="239146"/>
                  </a:moveTo>
                  <a:cubicBezTo>
                    <a:pt x="366103" y="326776"/>
                    <a:pt x="289903" y="397896"/>
                    <a:pt x="208623" y="397896"/>
                  </a:cubicBezTo>
                  <a:lnTo>
                    <a:pt x="66040" y="397896"/>
                  </a:lnTo>
                  <a:cubicBezTo>
                    <a:pt x="43180" y="397896"/>
                    <a:pt x="20320" y="392816"/>
                    <a:pt x="0" y="383926"/>
                  </a:cubicBezTo>
                  <a:cubicBezTo>
                    <a:pt x="26670" y="411866"/>
                    <a:pt x="63500" y="428376"/>
                    <a:pt x="96630" y="428376"/>
                  </a:cubicBezTo>
                  <a:lnTo>
                    <a:pt x="246723" y="428376"/>
                  </a:lnTo>
                  <a:cubicBezTo>
                    <a:pt x="326733" y="428376"/>
                    <a:pt x="392773" y="362336"/>
                    <a:pt x="392773" y="282326"/>
                  </a:cubicBezTo>
                  <a:lnTo>
                    <a:pt x="392773" y="95250"/>
                  </a:lnTo>
                  <a:cubicBezTo>
                    <a:pt x="392773" y="58420"/>
                    <a:pt x="378803" y="25400"/>
                    <a:pt x="357213" y="0"/>
                  </a:cubicBezTo>
                  <a:cubicBezTo>
                    <a:pt x="363563" y="16510"/>
                    <a:pt x="366103" y="34290"/>
                    <a:pt x="366103" y="52070"/>
                  </a:cubicBezTo>
                  <a:lnTo>
                    <a:pt x="366103" y="239146"/>
                  </a:lnTo>
                  <a:close/>
                </a:path>
              </a:pathLst>
            </a:custGeom>
            <a:solidFill>
              <a:srgbClr val="96A6A1"/>
            </a:solidFill>
          </p:spPr>
        </p:sp>
        <p:sp>
          <p:nvSpPr>
            <p:cNvPr name="Freeform 18" id="18"/>
            <p:cNvSpPr/>
            <p:nvPr/>
          </p:nvSpPr>
          <p:spPr>
            <a:xfrm flipH="false" flipV="false" rot="0">
              <a:off x="12700" y="12700"/>
              <a:ext cx="432143" cy="479176"/>
            </a:xfrm>
            <a:custGeom>
              <a:avLst/>
              <a:gdLst/>
              <a:ahLst/>
              <a:cxnLst/>
              <a:rect r="r" b="b" t="t" l="l"/>
              <a:pathLst>
                <a:path h="479176" w="432143">
                  <a:moveTo>
                    <a:pt x="146050" y="479176"/>
                  </a:moveTo>
                  <a:lnTo>
                    <a:pt x="286093" y="479176"/>
                  </a:lnTo>
                  <a:cubicBezTo>
                    <a:pt x="366103" y="479176"/>
                    <a:pt x="432143" y="413136"/>
                    <a:pt x="432143" y="333126"/>
                  </a:cubicBezTo>
                  <a:lnTo>
                    <a:pt x="432143" y="146050"/>
                  </a:lnTo>
                  <a:cubicBezTo>
                    <a:pt x="432143" y="66040"/>
                    <a:pt x="366103" y="0"/>
                    <a:pt x="286093" y="0"/>
                  </a:cubicBezTo>
                  <a:lnTo>
                    <a:pt x="146050" y="0"/>
                  </a:lnTo>
                  <a:cubicBezTo>
                    <a:pt x="66040" y="0"/>
                    <a:pt x="0" y="66040"/>
                    <a:pt x="0" y="146050"/>
                  </a:cubicBezTo>
                  <a:lnTo>
                    <a:pt x="0" y="333126"/>
                  </a:lnTo>
                  <a:cubicBezTo>
                    <a:pt x="0" y="414406"/>
                    <a:pt x="66040" y="479176"/>
                    <a:pt x="146050" y="479176"/>
                  </a:cubicBezTo>
                  <a:close/>
                </a:path>
              </a:pathLst>
            </a:custGeom>
            <a:solidFill>
              <a:srgbClr val="F1EDE1"/>
            </a:solidFill>
          </p:spPr>
        </p:sp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496913" cy="547756"/>
            </a:xfrm>
            <a:custGeom>
              <a:avLst/>
              <a:gdLst/>
              <a:ahLst/>
              <a:cxnLst/>
              <a:rect r="r" b="b" t="t" l="l"/>
              <a:pathLst>
                <a:path h="547756" w="496913">
                  <a:moveTo>
                    <a:pt x="433413" y="74930"/>
                  </a:moveTo>
                  <a:cubicBezTo>
                    <a:pt x="405473" y="30480"/>
                    <a:pt x="355943" y="0"/>
                    <a:pt x="298793" y="0"/>
                  </a:cubicBezTo>
                  <a:lnTo>
                    <a:pt x="158750" y="0"/>
                  </a:lnTo>
                  <a:cubicBezTo>
                    <a:pt x="71120" y="0"/>
                    <a:pt x="0" y="71120"/>
                    <a:pt x="0" y="158750"/>
                  </a:cubicBezTo>
                  <a:lnTo>
                    <a:pt x="0" y="345826"/>
                  </a:lnTo>
                  <a:cubicBezTo>
                    <a:pt x="0" y="397896"/>
                    <a:pt x="25400" y="443616"/>
                    <a:pt x="63500" y="472826"/>
                  </a:cubicBezTo>
                  <a:cubicBezTo>
                    <a:pt x="91440" y="517276"/>
                    <a:pt x="140970" y="547756"/>
                    <a:pt x="189439" y="547756"/>
                  </a:cubicBezTo>
                  <a:lnTo>
                    <a:pt x="338163" y="547756"/>
                  </a:lnTo>
                  <a:cubicBezTo>
                    <a:pt x="425793" y="547756"/>
                    <a:pt x="496913" y="476636"/>
                    <a:pt x="496913" y="389006"/>
                  </a:cubicBezTo>
                  <a:lnTo>
                    <a:pt x="496913" y="201930"/>
                  </a:lnTo>
                  <a:cubicBezTo>
                    <a:pt x="496913" y="149860"/>
                    <a:pt x="471513" y="104140"/>
                    <a:pt x="433413" y="74930"/>
                  </a:cubicBezTo>
                  <a:close/>
                  <a:moveTo>
                    <a:pt x="12700" y="345826"/>
                  </a:moveTo>
                  <a:lnTo>
                    <a:pt x="12700" y="158750"/>
                  </a:lnTo>
                  <a:cubicBezTo>
                    <a:pt x="12700" y="78740"/>
                    <a:pt x="78740" y="12700"/>
                    <a:pt x="158750" y="12700"/>
                  </a:cubicBezTo>
                  <a:lnTo>
                    <a:pt x="298793" y="12700"/>
                  </a:lnTo>
                  <a:cubicBezTo>
                    <a:pt x="378803" y="12700"/>
                    <a:pt x="444843" y="78740"/>
                    <a:pt x="444843" y="158750"/>
                  </a:cubicBezTo>
                  <a:lnTo>
                    <a:pt x="444843" y="345826"/>
                  </a:lnTo>
                  <a:cubicBezTo>
                    <a:pt x="444843" y="425836"/>
                    <a:pt x="378803" y="491876"/>
                    <a:pt x="298793" y="491876"/>
                  </a:cubicBezTo>
                  <a:lnTo>
                    <a:pt x="158750" y="491876"/>
                  </a:lnTo>
                  <a:cubicBezTo>
                    <a:pt x="78740" y="491876"/>
                    <a:pt x="12700" y="427106"/>
                    <a:pt x="12700" y="345826"/>
                  </a:cubicBezTo>
                  <a:close/>
                  <a:moveTo>
                    <a:pt x="485483" y="389006"/>
                  </a:moveTo>
                  <a:cubicBezTo>
                    <a:pt x="485483" y="469016"/>
                    <a:pt x="418173" y="535056"/>
                    <a:pt x="338163" y="535056"/>
                  </a:cubicBezTo>
                  <a:lnTo>
                    <a:pt x="189439" y="535056"/>
                  </a:lnTo>
                  <a:cubicBezTo>
                    <a:pt x="157480" y="535056"/>
                    <a:pt x="120650" y="518546"/>
                    <a:pt x="93980" y="490606"/>
                  </a:cubicBezTo>
                  <a:cubicBezTo>
                    <a:pt x="114300" y="499496"/>
                    <a:pt x="135890" y="504576"/>
                    <a:pt x="160020" y="504576"/>
                  </a:cubicBezTo>
                  <a:lnTo>
                    <a:pt x="300063" y="504576"/>
                  </a:lnTo>
                  <a:cubicBezTo>
                    <a:pt x="387693" y="504576"/>
                    <a:pt x="458813" y="433456"/>
                    <a:pt x="458813" y="345826"/>
                  </a:cubicBezTo>
                  <a:lnTo>
                    <a:pt x="458813" y="158750"/>
                  </a:lnTo>
                  <a:cubicBezTo>
                    <a:pt x="458813" y="140970"/>
                    <a:pt x="455003" y="123190"/>
                    <a:pt x="449923" y="106680"/>
                  </a:cubicBezTo>
                  <a:cubicBezTo>
                    <a:pt x="471513" y="132080"/>
                    <a:pt x="485483" y="165100"/>
                    <a:pt x="485483" y="201930"/>
                  </a:cubicBezTo>
                  <a:lnTo>
                    <a:pt x="485483" y="389006"/>
                  </a:lnTo>
                  <a:close/>
                </a:path>
              </a:pathLst>
            </a:custGeom>
            <a:solidFill>
              <a:srgbClr val="96A6A1"/>
            </a:solidFill>
          </p:spPr>
        </p:sp>
      </p:grpSp>
      <p:sp>
        <p:nvSpPr>
          <p:cNvPr name="AutoShape 20" id="20"/>
          <p:cNvSpPr/>
          <p:nvPr/>
        </p:nvSpPr>
        <p:spPr>
          <a:xfrm rot="0">
            <a:off x="1811760" y="3258958"/>
            <a:ext cx="4508784" cy="0"/>
          </a:xfrm>
          <a:prstGeom prst="line">
            <a:avLst/>
          </a:prstGeom>
          <a:ln cap="flat" w="9525">
            <a:solidFill>
              <a:srgbClr val="96A6A1"/>
            </a:solidFill>
            <a:prstDash val="lgDash"/>
            <a:headEnd type="none" len="sm" w="sm"/>
            <a:tailEnd type="none" len="sm" w="sm"/>
          </a:ln>
        </p:spPr>
      </p:sp>
      <p:grpSp>
        <p:nvGrpSpPr>
          <p:cNvPr name="Group 21" id="21"/>
          <p:cNvGrpSpPr/>
          <p:nvPr/>
        </p:nvGrpSpPr>
        <p:grpSpPr>
          <a:xfrm rot="0">
            <a:off x="1451856" y="3420248"/>
            <a:ext cx="205509" cy="226536"/>
            <a:chOff x="0" y="0"/>
            <a:chExt cx="496913" cy="547756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92710" y="106680"/>
              <a:ext cx="392773" cy="428376"/>
            </a:xfrm>
            <a:custGeom>
              <a:avLst/>
              <a:gdLst/>
              <a:ahLst/>
              <a:cxnLst/>
              <a:rect r="r" b="b" t="t" l="l"/>
              <a:pathLst>
                <a:path h="428376" w="392773">
                  <a:moveTo>
                    <a:pt x="366103" y="239146"/>
                  </a:moveTo>
                  <a:cubicBezTo>
                    <a:pt x="366103" y="326776"/>
                    <a:pt x="289903" y="397896"/>
                    <a:pt x="208623" y="397896"/>
                  </a:cubicBezTo>
                  <a:lnTo>
                    <a:pt x="66040" y="397896"/>
                  </a:lnTo>
                  <a:cubicBezTo>
                    <a:pt x="43180" y="397896"/>
                    <a:pt x="20320" y="392816"/>
                    <a:pt x="0" y="383926"/>
                  </a:cubicBezTo>
                  <a:cubicBezTo>
                    <a:pt x="26670" y="411866"/>
                    <a:pt x="63500" y="428376"/>
                    <a:pt x="96630" y="428376"/>
                  </a:cubicBezTo>
                  <a:lnTo>
                    <a:pt x="246723" y="428376"/>
                  </a:lnTo>
                  <a:cubicBezTo>
                    <a:pt x="326733" y="428376"/>
                    <a:pt x="392773" y="362336"/>
                    <a:pt x="392773" y="282326"/>
                  </a:cubicBezTo>
                  <a:lnTo>
                    <a:pt x="392773" y="95250"/>
                  </a:lnTo>
                  <a:cubicBezTo>
                    <a:pt x="392773" y="58420"/>
                    <a:pt x="378803" y="25400"/>
                    <a:pt x="357213" y="0"/>
                  </a:cubicBezTo>
                  <a:cubicBezTo>
                    <a:pt x="363563" y="16510"/>
                    <a:pt x="366103" y="34290"/>
                    <a:pt x="366103" y="52070"/>
                  </a:cubicBezTo>
                  <a:lnTo>
                    <a:pt x="366103" y="239146"/>
                  </a:lnTo>
                  <a:close/>
                </a:path>
              </a:pathLst>
            </a:custGeom>
            <a:solidFill>
              <a:srgbClr val="96A6A1"/>
            </a:solidFill>
          </p:spPr>
        </p:sp>
        <p:sp>
          <p:nvSpPr>
            <p:cNvPr name="Freeform 23" id="23"/>
            <p:cNvSpPr/>
            <p:nvPr/>
          </p:nvSpPr>
          <p:spPr>
            <a:xfrm flipH="false" flipV="false" rot="0">
              <a:off x="12700" y="12700"/>
              <a:ext cx="432143" cy="479176"/>
            </a:xfrm>
            <a:custGeom>
              <a:avLst/>
              <a:gdLst/>
              <a:ahLst/>
              <a:cxnLst/>
              <a:rect r="r" b="b" t="t" l="l"/>
              <a:pathLst>
                <a:path h="479176" w="432143">
                  <a:moveTo>
                    <a:pt x="146050" y="479176"/>
                  </a:moveTo>
                  <a:lnTo>
                    <a:pt x="286093" y="479176"/>
                  </a:lnTo>
                  <a:cubicBezTo>
                    <a:pt x="366103" y="479176"/>
                    <a:pt x="432143" y="413136"/>
                    <a:pt x="432143" y="333126"/>
                  </a:cubicBezTo>
                  <a:lnTo>
                    <a:pt x="432143" y="146050"/>
                  </a:lnTo>
                  <a:cubicBezTo>
                    <a:pt x="432143" y="66040"/>
                    <a:pt x="366103" y="0"/>
                    <a:pt x="286093" y="0"/>
                  </a:cubicBezTo>
                  <a:lnTo>
                    <a:pt x="146050" y="0"/>
                  </a:lnTo>
                  <a:cubicBezTo>
                    <a:pt x="66040" y="0"/>
                    <a:pt x="0" y="66040"/>
                    <a:pt x="0" y="146050"/>
                  </a:cubicBezTo>
                  <a:lnTo>
                    <a:pt x="0" y="333126"/>
                  </a:lnTo>
                  <a:cubicBezTo>
                    <a:pt x="0" y="414406"/>
                    <a:pt x="66040" y="479176"/>
                    <a:pt x="146050" y="479176"/>
                  </a:cubicBezTo>
                  <a:close/>
                </a:path>
              </a:pathLst>
            </a:custGeom>
            <a:solidFill>
              <a:srgbClr val="F1EDE1"/>
            </a:solidFill>
          </p:spPr>
        </p:sp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496913" cy="547756"/>
            </a:xfrm>
            <a:custGeom>
              <a:avLst/>
              <a:gdLst/>
              <a:ahLst/>
              <a:cxnLst/>
              <a:rect r="r" b="b" t="t" l="l"/>
              <a:pathLst>
                <a:path h="547756" w="496913">
                  <a:moveTo>
                    <a:pt x="433413" y="74930"/>
                  </a:moveTo>
                  <a:cubicBezTo>
                    <a:pt x="405473" y="30480"/>
                    <a:pt x="355943" y="0"/>
                    <a:pt x="298793" y="0"/>
                  </a:cubicBezTo>
                  <a:lnTo>
                    <a:pt x="158750" y="0"/>
                  </a:lnTo>
                  <a:cubicBezTo>
                    <a:pt x="71120" y="0"/>
                    <a:pt x="0" y="71120"/>
                    <a:pt x="0" y="158750"/>
                  </a:cubicBezTo>
                  <a:lnTo>
                    <a:pt x="0" y="345826"/>
                  </a:lnTo>
                  <a:cubicBezTo>
                    <a:pt x="0" y="397896"/>
                    <a:pt x="25400" y="443616"/>
                    <a:pt x="63500" y="472826"/>
                  </a:cubicBezTo>
                  <a:cubicBezTo>
                    <a:pt x="91440" y="517276"/>
                    <a:pt x="140970" y="547756"/>
                    <a:pt x="189439" y="547756"/>
                  </a:cubicBezTo>
                  <a:lnTo>
                    <a:pt x="338163" y="547756"/>
                  </a:lnTo>
                  <a:cubicBezTo>
                    <a:pt x="425793" y="547756"/>
                    <a:pt x="496913" y="476636"/>
                    <a:pt x="496913" y="389006"/>
                  </a:cubicBezTo>
                  <a:lnTo>
                    <a:pt x="496913" y="201930"/>
                  </a:lnTo>
                  <a:cubicBezTo>
                    <a:pt x="496913" y="149860"/>
                    <a:pt x="471513" y="104140"/>
                    <a:pt x="433413" y="74930"/>
                  </a:cubicBezTo>
                  <a:close/>
                  <a:moveTo>
                    <a:pt x="12700" y="345826"/>
                  </a:moveTo>
                  <a:lnTo>
                    <a:pt x="12700" y="158750"/>
                  </a:lnTo>
                  <a:cubicBezTo>
                    <a:pt x="12700" y="78740"/>
                    <a:pt x="78740" y="12700"/>
                    <a:pt x="158750" y="12700"/>
                  </a:cubicBezTo>
                  <a:lnTo>
                    <a:pt x="298793" y="12700"/>
                  </a:lnTo>
                  <a:cubicBezTo>
                    <a:pt x="378803" y="12700"/>
                    <a:pt x="444843" y="78740"/>
                    <a:pt x="444843" y="158750"/>
                  </a:cubicBezTo>
                  <a:lnTo>
                    <a:pt x="444843" y="345826"/>
                  </a:lnTo>
                  <a:cubicBezTo>
                    <a:pt x="444843" y="425836"/>
                    <a:pt x="378803" y="491876"/>
                    <a:pt x="298793" y="491876"/>
                  </a:cubicBezTo>
                  <a:lnTo>
                    <a:pt x="158750" y="491876"/>
                  </a:lnTo>
                  <a:cubicBezTo>
                    <a:pt x="78740" y="491876"/>
                    <a:pt x="12700" y="427106"/>
                    <a:pt x="12700" y="345826"/>
                  </a:cubicBezTo>
                  <a:close/>
                  <a:moveTo>
                    <a:pt x="485483" y="389006"/>
                  </a:moveTo>
                  <a:cubicBezTo>
                    <a:pt x="485483" y="469016"/>
                    <a:pt x="418173" y="535056"/>
                    <a:pt x="338163" y="535056"/>
                  </a:cubicBezTo>
                  <a:lnTo>
                    <a:pt x="189439" y="535056"/>
                  </a:lnTo>
                  <a:cubicBezTo>
                    <a:pt x="157480" y="535056"/>
                    <a:pt x="120650" y="518546"/>
                    <a:pt x="93980" y="490606"/>
                  </a:cubicBezTo>
                  <a:cubicBezTo>
                    <a:pt x="114300" y="499496"/>
                    <a:pt x="135890" y="504576"/>
                    <a:pt x="160020" y="504576"/>
                  </a:cubicBezTo>
                  <a:lnTo>
                    <a:pt x="300063" y="504576"/>
                  </a:lnTo>
                  <a:cubicBezTo>
                    <a:pt x="387693" y="504576"/>
                    <a:pt x="458813" y="433456"/>
                    <a:pt x="458813" y="345826"/>
                  </a:cubicBezTo>
                  <a:lnTo>
                    <a:pt x="458813" y="158750"/>
                  </a:lnTo>
                  <a:cubicBezTo>
                    <a:pt x="458813" y="140970"/>
                    <a:pt x="455003" y="123190"/>
                    <a:pt x="449923" y="106680"/>
                  </a:cubicBezTo>
                  <a:cubicBezTo>
                    <a:pt x="471513" y="132080"/>
                    <a:pt x="485483" y="165100"/>
                    <a:pt x="485483" y="201930"/>
                  </a:cubicBezTo>
                  <a:lnTo>
                    <a:pt x="485483" y="389006"/>
                  </a:lnTo>
                  <a:close/>
                </a:path>
              </a:pathLst>
            </a:custGeom>
            <a:solidFill>
              <a:srgbClr val="96A6A1"/>
            </a:solidFill>
          </p:spPr>
        </p:sp>
      </p:grpSp>
      <p:sp>
        <p:nvSpPr>
          <p:cNvPr name="AutoShape 25" id="25"/>
          <p:cNvSpPr/>
          <p:nvPr/>
        </p:nvSpPr>
        <p:spPr>
          <a:xfrm rot="0">
            <a:off x="1811760" y="3687905"/>
            <a:ext cx="4508784" cy="0"/>
          </a:xfrm>
          <a:prstGeom prst="line">
            <a:avLst/>
          </a:prstGeom>
          <a:ln cap="flat" w="9525">
            <a:solidFill>
              <a:srgbClr val="96A6A1"/>
            </a:solidFill>
            <a:prstDash val="lgDash"/>
            <a:headEnd type="none" len="sm" w="sm"/>
            <a:tailEnd type="none" len="sm" w="sm"/>
          </a:ln>
        </p:spPr>
      </p:sp>
      <p:grpSp>
        <p:nvGrpSpPr>
          <p:cNvPr name="Group 26" id="26"/>
          <p:cNvGrpSpPr/>
          <p:nvPr/>
        </p:nvGrpSpPr>
        <p:grpSpPr>
          <a:xfrm rot="0">
            <a:off x="1451856" y="3849195"/>
            <a:ext cx="205509" cy="226536"/>
            <a:chOff x="0" y="0"/>
            <a:chExt cx="496913" cy="547756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92710" y="106680"/>
              <a:ext cx="392773" cy="428376"/>
            </a:xfrm>
            <a:custGeom>
              <a:avLst/>
              <a:gdLst/>
              <a:ahLst/>
              <a:cxnLst/>
              <a:rect r="r" b="b" t="t" l="l"/>
              <a:pathLst>
                <a:path h="428376" w="392773">
                  <a:moveTo>
                    <a:pt x="366103" y="239146"/>
                  </a:moveTo>
                  <a:cubicBezTo>
                    <a:pt x="366103" y="326776"/>
                    <a:pt x="289903" y="397896"/>
                    <a:pt x="208623" y="397896"/>
                  </a:cubicBezTo>
                  <a:lnTo>
                    <a:pt x="66040" y="397896"/>
                  </a:lnTo>
                  <a:cubicBezTo>
                    <a:pt x="43180" y="397896"/>
                    <a:pt x="20320" y="392816"/>
                    <a:pt x="0" y="383926"/>
                  </a:cubicBezTo>
                  <a:cubicBezTo>
                    <a:pt x="26670" y="411866"/>
                    <a:pt x="63500" y="428376"/>
                    <a:pt x="96630" y="428376"/>
                  </a:cubicBezTo>
                  <a:lnTo>
                    <a:pt x="246723" y="428376"/>
                  </a:lnTo>
                  <a:cubicBezTo>
                    <a:pt x="326733" y="428376"/>
                    <a:pt x="392773" y="362336"/>
                    <a:pt x="392773" y="282326"/>
                  </a:cubicBezTo>
                  <a:lnTo>
                    <a:pt x="392773" y="95250"/>
                  </a:lnTo>
                  <a:cubicBezTo>
                    <a:pt x="392773" y="58420"/>
                    <a:pt x="378803" y="25400"/>
                    <a:pt x="357213" y="0"/>
                  </a:cubicBezTo>
                  <a:cubicBezTo>
                    <a:pt x="363563" y="16510"/>
                    <a:pt x="366103" y="34290"/>
                    <a:pt x="366103" y="52070"/>
                  </a:cubicBezTo>
                  <a:lnTo>
                    <a:pt x="366103" y="239146"/>
                  </a:lnTo>
                  <a:close/>
                </a:path>
              </a:pathLst>
            </a:custGeom>
            <a:solidFill>
              <a:srgbClr val="96A6A1"/>
            </a:solidFill>
          </p:spPr>
        </p:sp>
        <p:sp>
          <p:nvSpPr>
            <p:cNvPr name="Freeform 28" id="28"/>
            <p:cNvSpPr/>
            <p:nvPr/>
          </p:nvSpPr>
          <p:spPr>
            <a:xfrm flipH="false" flipV="false" rot="0">
              <a:off x="12700" y="12700"/>
              <a:ext cx="432143" cy="479176"/>
            </a:xfrm>
            <a:custGeom>
              <a:avLst/>
              <a:gdLst/>
              <a:ahLst/>
              <a:cxnLst/>
              <a:rect r="r" b="b" t="t" l="l"/>
              <a:pathLst>
                <a:path h="479176" w="432143">
                  <a:moveTo>
                    <a:pt x="146050" y="479176"/>
                  </a:moveTo>
                  <a:lnTo>
                    <a:pt x="286093" y="479176"/>
                  </a:lnTo>
                  <a:cubicBezTo>
                    <a:pt x="366103" y="479176"/>
                    <a:pt x="432143" y="413136"/>
                    <a:pt x="432143" y="333126"/>
                  </a:cubicBezTo>
                  <a:lnTo>
                    <a:pt x="432143" y="146050"/>
                  </a:lnTo>
                  <a:cubicBezTo>
                    <a:pt x="432143" y="66040"/>
                    <a:pt x="366103" y="0"/>
                    <a:pt x="286093" y="0"/>
                  </a:cubicBezTo>
                  <a:lnTo>
                    <a:pt x="146050" y="0"/>
                  </a:lnTo>
                  <a:cubicBezTo>
                    <a:pt x="66040" y="0"/>
                    <a:pt x="0" y="66040"/>
                    <a:pt x="0" y="146050"/>
                  </a:cubicBezTo>
                  <a:lnTo>
                    <a:pt x="0" y="333126"/>
                  </a:lnTo>
                  <a:cubicBezTo>
                    <a:pt x="0" y="414406"/>
                    <a:pt x="66040" y="479176"/>
                    <a:pt x="146050" y="479176"/>
                  </a:cubicBezTo>
                  <a:close/>
                </a:path>
              </a:pathLst>
            </a:custGeom>
            <a:solidFill>
              <a:srgbClr val="F1EDE1"/>
            </a:solidFill>
          </p:spPr>
        </p:sp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496913" cy="547756"/>
            </a:xfrm>
            <a:custGeom>
              <a:avLst/>
              <a:gdLst/>
              <a:ahLst/>
              <a:cxnLst/>
              <a:rect r="r" b="b" t="t" l="l"/>
              <a:pathLst>
                <a:path h="547756" w="496913">
                  <a:moveTo>
                    <a:pt x="433413" y="74930"/>
                  </a:moveTo>
                  <a:cubicBezTo>
                    <a:pt x="405473" y="30480"/>
                    <a:pt x="355943" y="0"/>
                    <a:pt x="298793" y="0"/>
                  </a:cubicBezTo>
                  <a:lnTo>
                    <a:pt x="158750" y="0"/>
                  </a:lnTo>
                  <a:cubicBezTo>
                    <a:pt x="71120" y="0"/>
                    <a:pt x="0" y="71120"/>
                    <a:pt x="0" y="158750"/>
                  </a:cubicBezTo>
                  <a:lnTo>
                    <a:pt x="0" y="345826"/>
                  </a:lnTo>
                  <a:cubicBezTo>
                    <a:pt x="0" y="397896"/>
                    <a:pt x="25400" y="443616"/>
                    <a:pt x="63500" y="472826"/>
                  </a:cubicBezTo>
                  <a:cubicBezTo>
                    <a:pt x="91440" y="517276"/>
                    <a:pt x="140970" y="547756"/>
                    <a:pt x="189439" y="547756"/>
                  </a:cubicBezTo>
                  <a:lnTo>
                    <a:pt x="338163" y="547756"/>
                  </a:lnTo>
                  <a:cubicBezTo>
                    <a:pt x="425793" y="547756"/>
                    <a:pt x="496913" y="476636"/>
                    <a:pt x="496913" y="389006"/>
                  </a:cubicBezTo>
                  <a:lnTo>
                    <a:pt x="496913" y="201930"/>
                  </a:lnTo>
                  <a:cubicBezTo>
                    <a:pt x="496913" y="149860"/>
                    <a:pt x="471513" y="104140"/>
                    <a:pt x="433413" y="74930"/>
                  </a:cubicBezTo>
                  <a:close/>
                  <a:moveTo>
                    <a:pt x="12700" y="345826"/>
                  </a:moveTo>
                  <a:lnTo>
                    <a:pt x="12700" y="158750"/>
                  </a:lnTo>
                  <a:cubicBezTo>
                    <a:pt x="12700" y="78740"/>
                    <a:pt x="78740" y="12700"/>
                    <a:pt x="158750" y="12700"/>
                  </a:cubicBezTo>
                  <a:lnTo>
                    <a:pt x="298793" y="12700"/>
                  </a:lnTo>
                  <a:cubicBezTo>
                    <a:pt x="378803" y="12700"/>
                    <a:pt x="444843" y="78740"/>
                    <a:pt x="444843" y="158750"/>
                  </a:cubicBezTo>
                  <a:lnTo>
                    <a:pt x="444843" y="345826"/>
                  </a:lnTo>
                  <a:cubicBezTo>
                    <a:pt x="444843" y="425836"/>
                    <a:pt x="378803" y="491876"/>
                    <a:pt x="298793" y="491876"/>
                  </a:cubicBezTo>
                  <a:lnTo>
                    <a:pt x="158750" y="491876"/>
                  </a:lnTo>
                  <a:cubicBezTo>
                    <a:pt x="78740" y="491876"/>
                    <a:pt x="12700" y="427106"/>
                    <a:pt x="12700" y="345826"/>
                  </a:cubicBezTo>
                  <a:close/>
                  <a:moveTo>
                    <a:pt x="485483" y="389006"/>
                  </a:moveTo>
                  <a:cubicBezTo>
                    <a:pt x="485483" y="469016"/>
                    <a:pt x="418173" y="535056"/>
                    <a:pt x="338163" y="535056"/>
                  </a:cubicBezTo>
                  <a:lnTo>
                    <a:pt x="189439" y="535056"/>
                  </a:lnTo>
                  <a:cubicBezTo>
                    <a:pt x="157480" y="535056"/>
                    <a:pt x="120650" y="518546"/>
                    <a:pt x="93980" y="490606"/>
                  </a:cubicBezTo>
                  <a:cubicBezTo>
                    <a:pt x="114300" y="499496"/>
                    <a:pt x="135890" y="504576"/>
                    <a:pt x="160020" y="504576"/>
                  </a:cubicBezTo>
                  <a:lnTo>
                    <a:pt x="300063" y="504576"/>
                  </a:lnTo>
                  <a:cubicBezTo>
                    <a:pt x="387693" y="504576"/>
                    <a:pt x="458813" y="433456"/>
                    <a:pt x="458813" y="345826"/>
                  </a:cubicBezTo>
                  <a:lnTo>
                    <a:pt x="458813" y="158750"/>
                  </a:lnTo>
                  <a:cubicBezTo>
                    <a:pt x="458813" y="140970"/>
                    <a:pt x="455003" y="123190"/>
                    <a:pt x="449923" y="106680"/>
                  </a:cubicBezTo>
                  <a:cubicBezTo>
                    <a:pt x="471513" y="132080"/>
                    <a:pt x="485483" y="165100"/>
                    <a:pt x="485483" y="201930"/>
                  </a:cubicBezTo>
                  <a:lnTo>
                    <a:pt x="485483" y="389006"/>
                  </a:lnTo>
                  <a:close/>
                </a:path>
              </a:pathLst>
            </a:custGeom>
            <a:solidFill>
              <a:srgbClr val="96A6A1"/>
            </a:solidFill>
          </p:spPr>
        </p:sp>
      </p:grpSp>
      <p:sp>
        <p:nvSpPr>
          <p:cNvPr name="AutoShape 30" id="30"/>
          <p:cNvSpPr/>
          <p:nvPr/>
        </p:nvSpPr>
        <p:spPr>
          <a:xfrm rot="0">
            <a:off x="1811760" y="4116852"/>
            <a:ext cx="4508784" cy="0"/>
          </a:xfrm>
          <a:prstGeom prst="line">
            <a:avLst/>
          </a:prstGeom>
          <a:ln cap="flat" w="9525">
            <a:solidFill>
              <a:srgbClr val="96A6A1"/>
            </a:solidFill>
            <a:prstDash val="lgDash"/>
            <a:headEnd type="none" len="sm" w="sm"/>
            <a:tailEnd type="none" len="sm" w="sm"/>
          </a:ln>
        </p:spPr>
      </p:sp>
      <p:grpSp>
        <p:nvGrpSpPr>
          <p:cNvPr name="Group 31" id="31"/>
          <p:cNvGrpSpPr/>
          <p:nvPr/>
        </p:nvGrpSpPr>
        <p:grpSpPr>
          <a:xfrm rot="0">
            <a:off x="1451856" y="4278142"/>
            <a:ext cx="205509" cy="226536"/>
            <a:chOff x="0" y="0"/>
            <a:chExt cx="496913" cy="547756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92710" y="106680"/>
              <a:ext cx="392773" cy="428376"/>
            </a:xfrm>
            <a:custGeom>
              <a:avLst/>
              <a:gdLst/>
              <a:ahLst/>
              <a:cxnLst/>
              <a:rect r="r" b="b" t="t" l="l"/>
              <a:pathLst>
                <a:path h="428376" w="392773">
                  <a:moveTo>
                    <a:pt x="366103" y="239146"/>
                  </a:moveTo>
                  <a:cubicBezTo>
                    <a:pt x="366103" y="326776"/>
                    <a:pt x="289903" y="397896"/>
                    <a:pt x="208623" y="397896"/>
                  </a:cubicBezTo>
                  <a:lnTo>
                    <a:pt x="66040" y="397896"/>
                  </a:lnTo>
                  <a:cubicBezTo>
                    <a:pt x="43180" y="397896"/>
                    <a:pt x="20320" y="392816"/>
                    <a:pt x="0" y="383926"/>
                  </a:cubicBezTo>
                  <a:cubicBezTo>
                    <a:pt x="26670" y="411866"/>
                    <a:pt x="63500" y="428376"/>
                    <a:pt x="96630" y="428376"/>
                  </a:cubicBezTo>
                  <a:lnTo>
                    <a:pt x="246723" y="428376"/>
                  </a:lnTo>
                  <a:cubicBezTo>
                    <a:pt x="326733" y="428376"/>
                    <a:pt x="392773" y="362336"/>
                    <a:pt x="392773" y="282326"/>
                  </a:cubicBezTo>
                  <a:lnTo>
                    <a:pt x="392773" y="95250"/>
                  </a:lnTo>
                  <a:cubicBezTo>
                    <a:pt x="392773" y="58420"/>
                    <a:pt x="378803" y="25400"/>
                    <a:pt x="357213" y="0"/>
                  </a:cubicBezTo>
                  <a:cubicBezTo>
                    <a:pt x="363563" y="16510"/>
                    <a:pt x="366103" y="34290"/>
                    <a:pt x="366103" y="52070"/>
                  </a:cubicBezTo>
                  <a:lnTo>
                    <a:pt x="366103" y="239146"/>
                  </a:lnTo>
                  <a:close/>
                </a:path>
              </a:pathLst>
            </a:custGeom>
            <a:solidFill>
              <a:srgbClr val="96A6A1"/>
            </a:solidFill>
          </p:spPr>
        </p:sp>
        <p:sp>
          <p:nvSpPr>
            <p:cNvPr name="Freeform 33" id="33"/>
            <p:cNvSpPr/>
            <p:nvPr/>
          </p:nvSpPr>
          <p:spPr>
            <a:xfrm flipH="false" flipV="false" rot="0">
              <a:off x="12700" y="12700"/>
              <a:ext cx="432143" cy="479176"/>
            </a:xfrm>
            <a:custGeom>
              <a:avLst/>
              <a:gdLst/>
              <a:ahLst/>
              <a:cxnLst/>
              <a:rect r="r" b="b" t="t" l="l"/>
              <a:pathLst>
                <a:path h="479176" w="432143">
                  <a:moveTo>
                    <a:pt x="146050" y="479176"/>
                  </a:moveTo>
                  <a:lnTo>
                    <a:pt x="286093" y="479176"/>
                  </a:lnTo>
                  <a:cubicBezTo>
                    <a:pt x="366103" y="479176"/>
                    <a:pt x="432143" y="413136"/>
                    <a:pt x="432143" y="333126"/>
                  </a:cubicBezTo>
                  <a:lnTo>
                    <a:pt x="432143" y="146050"/>
                  </a:lnTo>
                  <a:cubicBezTo>
                    <a:pt x="432143" y="66040"/>
                    <a:pt x="366103" y="0"/>
                    <a:pt x="286093" y="0"/>
                  </a:cubicBezTo>
                  <a:lnTo>
                    <a:pt x="146050" y="0"/>
                  </a:lnTo>
                  <a:cubicBezTo>
                    <a:pt x="66040" y="0"/>
                    <a:pt x="0" y="66040"/>
                    <a:pt x="0" y="146050"/>
                  </a:cubicBezTo>
                  <a:lnTo>
                    <a:pt x="0" y="333126"/>
                  </a:lnTo>
                  <a:cubicBezTo>
                    <a:pt x="0" y="414406"/>
                    <a:pt x="66040" y="479176"/>
                    <a:pt x="146050" y="479176"/>
                  </a:cubicBezTo>
                  <a:close/>
                </a:path>
              </a:pathLst>
            </a:custGeom>
            <a:solidFill>
              <a:srgbClr val="F1EDE1"/>
            </a:solidFill>
          </p:spPr>
        </p:sp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496913" cy="547756"/>
            </a:xfrm>
            <a:custGeom>
              <a:avLst/>
              <a:gdLst/>
              <a:ahLst/>
              <a:cxnLst/>
              <a:rect r="r" b="b" t="t" l="l"/>
              <a:pathLst>
                <a:path h="547756" w="496913">
                  <a:moveTo>
                    <a:pt x="433413" y="74930"/>
                  </a:moveTo>
                  <a:cubicBezTo>
                    <a:pt x="405473" y="30480"/>
                    <a:pt x="355943" y="0"/>
                    <a:pt x="298793" y="0"/>
                  </a:cubicBezTo>
                  <a:lnTo>
                    <a:pt x="158750" y="0"/>
                  </a:lnTo>
                  <a:cubicBezTo>
                    <a:pt x="71120" y="0"/>
                    <a:pt x="0" y="71120"/>
                    <a:pt x="0" y="158750"/>
                  </a:cubicBezTo>
                  <a:lnTo>
                    <a:pt x="0" y="345826"/>
                  </a:lnTo>
                  <a:cubicBezTo>
                    <a:pt x="0" y="397896"/>
                    <a:pt x="25400" y="443616"/>
                    <a:pt x="63500" y="472826"/>
                  </a:cubicBezTo>
                  <a:cubicBezTo>
                    <a:pt x="91440" y="517276"/>
                    <a:pt x="140970" y="547756"/>
                    <a:pt x="189439" y="547756"/>
                  </a:cubicBezTo>
                  <a:lnTo>
                    <a:pt x="338163" y="547756"/>
                  </a:lnTo>
                  <a:cubicBezTo>
                    <a:pt x="425793" y="547756"/>
                    <a:pt x="496913" y="476636"/>
                    <a:pt x="496913" y="389006"/>
                  </a:cubicBezTo>
                  <a:lnTo>
                    <a:pt x="496913" y="201930"/>
                  </a:lnTo>
                  <a:cubicBezTo>
                    <a:pt x="496913" y="149860"/>
                    <a:pt x="471513" y="104140"/>
                    <a:pt x="433413" y="74930"/>
                  </a:cubicBezTo>
                  <a:close/>
                  <a:moveTo>
                    <a:pt x="12700" y="345826"/>
                  </a:moveTo>
                  <a:lnTo>
                    <a:pt x="12700" y="158750"/>
                  </a:lnTo>
                  <a:cubicBezTo>
                    <a:pt x="12700" y="78740"/>
                    <a:pt x="78740" y="12700"/>
                    <a:pt x="158750" y="12700"/>
                  </a:cubicBezTo>
                  <a:lnTo>
                    <a:pt x="298793" y="12700"/>
                  </a:lnTo>
                  <a:cubicBezTo>
                    <a:pt x="378803" y="12700"/>
                    <a:pt x="444843" y="78740"/>
                    <a:pt x="444843" y="158750"/>
                  </a:cubicBezTo>
                  <a:lnTo>
                    <a:pt x="444843" y="345826"/>
                  </a:lnTo>
                  <a:cubicBezTo>
                    <a:pt x="444843" y="425836"/>
                    <a:pt x="378803" y="491876"/>
                    <a:pt x="298793" y="491876"/>
                  </a:cubicBezTo>
                  <a:lnTo>
                    <a:pt x="158750" y="491876"/>
                  </a:lnTo>
                  <a:cubicBezTo>
                    <a:pt x="78740" y="491876"/>
                    <a:pt x="12700" y="427106"/>
                    <a:pt x="12700" y="345826"/>
                  </a:cubicBezTo>
                  <a:close/>
                  <a:moveTo>
                    <a:pt x="485483" y="389006"/>
                  </a:moveTo>
                  <a:cubicBezTo>
                    <a:pt x="485483" y="469016"/>
                    <a:pt x="418173" y="535056"/>
                    <a:pt x="338163" y="535056"/>
                  </a:cubicBezTo>
                  <a:lnTo>
                    <a:pt x="189439" y="535056"/>
                  </a:lnTo>
                  <a:cubicBezTo>
                    <a:pt x="157480" y="535056"/>
                    <a:pt x="120650" y="518546"/>
                    <a:pt x="93980" y="490606"/>
                  </a:cubicBezTo>
                  <a:cubicBezTo>
                    <a:pt x="114300" y="499496"/>
                    <a:pt x="135890" y="504576"/>
                    <a:pt x="160020" y="504576"/>
                  </a:cubicBezTo>
                  <a:lnTo>
                    <a:pt x="300063" y="504576"/>
                  </a:lnTo>
                  <a:cubicBezTo>
                    <a:pt x="387693" y="504576"/>
                    <a:pt x="458813" y="433456"/>
                    <a:pt x="458813" y="345826"/>
                  </a:cubicBezTo>
                  <a:lnTo>
                    <a:pt x="458813" y="158750"/>
                  </a:lnTo>
                  <a:cubicBezTo>
                    <a:pt x="458813" y="140970"/>
                    <a:pt x="455003" y="123190"/>
                    <a:pt x="449923" y="106680"/>
                  </a:cubicBezTo>
                  <a:cubicBezTo>
                    <a:pt x="471513" y="132080"/>
                    <a:pt x="485483" y="165100"/>
                    <a:pt x="485483" y="201930"/>
                  </a:cubicBezTo>
                  <a:lnTo>
                    <a:pt x="485483" y="389006"/>
                  </a:lnTo>
                  <a:close/>
                </a:path>
              </a:pathLst>
            </a:custGeom>
            <a:solidFill>
              <a:srgbClr val="96A6A1"/>
            </a:solidFill>
          </p:spPr>
        </p:sp>
      </p:grpSp>
      <p:sp>
        <p:nvSpPr>
          <p:cNvPr name="AutoShape 35" id="35"/>
          <p:cNvSpPr/>
          <p:nvPr/>
        </p:nvSpPr>
        <p:spPr>
          <a:xfrm rot="0">
            <a:off x="1811760" y="4545799"/>
            <a:ext cx="4508784" cy="0"/>
          </a:xfrm>
          <a:prstGeom prst="line">
            <a:avLst/>
          </a:prstGeom>
          <a:ln cap="flat" w="9525">
            <a:solidFill>
              <a:srgbClr val="96A6A1"/>
            </a:solidFill>
            <a:prstDash val="lgDash"/>
            <a:headEnd type="none" len="sm" w="sm"/>
            <a:tailEnd type="none" len="sm" w="sm"/>
          </a:ln>
        </p:spPr>
      </p:sp>
      <p:grpSp>
        <p:nvGrpSpPr>
          <p:cNvPr name="Group 36" id="36"/>
          <p:cNvGrpSpPr/>
          <p:nvPr/>
        </p:nvGrpSpPr>
        <p:grpSpPr>
          <a:xfrm rot="0">
            <a:off x="1451856" y="4707089"/>
            <a:ext cx="205509" cy="226536"/>
            <a:chOff x="0" y="0"/>
            <a:chExt cx="496913" cy="547756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92710" y="106680"/>
              <a:ext cx="392773" cy="428376"/>
            </a:xfrm>
            <a:custGeom>
              <a:avLst/>
              <a:gdLst/>
              <a:ahLst/>
              <a:cxnLst/>
              <a:rect r="r" b="b" t="t" l="l"/>
              <a:pathLst>
                <a:path h="428376" w="392773">
                  <a:moveTo>
                    <a:pt x="366103" y="239146"/>
                  </a:moveTo>
                  <a:cubicBezTo>
                    <a:pt x="366103" y="326776"/>
                    <a:pt x="289903" y="397896"/>
                    <a:pt x="208623" y="397896"/>
                  </a:cubicBezTo>
                  <a:lnTo>
                    <a:pt x="66040" y="397896"/>
                  </a:lnTo>
                  <a:cubicBezTo>
                    <a:pt x="43180" y="397896"/>
                    <a:pt x="20320" y="392816"/>
                    <a:pt x="0" y="383926"/>
                  </a:cubicBezTo>
                  <a:cubicBezTo>
                    <a:pt x="26670" y="411866"/>
                    <a:pt x="63500" y="428376"/>
                    <a:pt x="96630" y="428376"/>
                  </a:cubicBezTo>
                  <a:lnTo>
                    <a:pt x="246723" y="428376"/>
                  </a:lnTo>
                  <a:cubicBezTo>
                    <a:pt x="326733" y="428376"/>
                    <a:pt x="392773" y="362336"/>
                    <a:pt x="392773" y="282326"/>
                  </a:cubicBezTo>
                  <a:lnTo>
                    <a:pt x="392773" y="95250"/>
                  </a:lnTo>
                  <a:cubicBezTo>
                    <a:pt x="392773" y="58420"/>
                    <a:pt x="378803" y="25400"/>
                    <a:pt x="357213" y="0"/>
                  </a:cubicBezTo>
                  <a:cubicBezTo>
                    <a:pt x="363563" y="16510"/>
                    <a:pt x="366103" y="34290"/>
                    <a:pt x="366103" y="52070"/>
                  </a:cubicBezTo>
                  <a:lnTo>
                    <a:pt x="366103" y="239146"/>
                  </a:lnTo>
                  <a:close/>
                </a:path>
              </a:pathLst>
            </a:custGeom>
            <a:solidFill>
              <a:srgbClr val="96A6A1"/>
            </a:solidFill>
          </p:spPr>
        </p:sp>
        <p:sp>
          <p:nvSpPr>
            <p:cNvPr name="Freeform 38" id="38"/>
            <p:cNvSpPr/>
            <p:nvPr/>
          </p:nvSpPr>
          <p:spPr>
            <a:xfrm flipH="false" flipV="false" rot="0">
              <a:off x="12700" y="12700"/>
              <a:ext cx="432143" cy="479176"/>
            </a:xfrm>
            <a:custGeom>
              <a:avLst/>
              <a:gdLst/>
              <a:ahLst/>
              <a:cxnLst/>
              <a:rect r="r" b="b" t="t" l="l"/>
              <a:pathLst>
                <a:path h="479176" w="432143">
                  <a:moveTo>
                    <a:pt x="146050" y="479176"/>
                  </a:moveTo>
                  <a:lnTo>
                    <a:pt x="286093" y="479176"/>
                  </a:lnTo>
                  <a:cubicBezTo>
                    <a:pt x="366103" y="479176"/>
                    <a:pt x="432143" y="413136"/>
                    <a:pt x="432143" y="333126"/>
                  </a:cubicBezTo>
                  <a:lnTo>
                    <a:pt x="432143" y="146050"/>
                  </a:lnTo>
                  <a:cubicBezTo>
                    <a:pt x="432143" y="66040"/>
                    <a:pt x="366103" y="0"/>
                    <a:pt x="286093" y="0"/>
                  </a:cubicBezTo>
                  <a:lnTo>
                    <a:pt x="146050" y="0"/>
                  </a:lnTo>
                  <a:cubicBezTo>
                    <a:pt x="66040" y="0"/>
                    <a:pt x="0" y="66040"/>
                    <a:pt x="0" y="146050"/>
                  </a:cubicBezTo>
                  <a:lnTo>
                    <a:pt x="0" y="333126"/>
                  </a:lnTo>
                  <a:cubicBezTo>
                    <a:pt x="0" y="414406"/>
                    <a:pt x="66040" y="479176"/>
                    <a:pt x="146050" y="479176"/>
                  </a:cubicBezTo>
                  <a:close/>
                </a:path>
              </a:pathLst>
            </a:custGeom>
            <a:solidFill>
              <a:srgbClr val="F1EDE1"/>
            </a:solidFill>
          </p:spPr>
        </p:sp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496913" cy="547756"/>
            </a:xfrm>
            <a:custGeom>
              <a:avLst/>
              <a:gdLst/>
              <a:ahLst/>
              <a:cxnLst/>
              <a:rect r="r" b="b" t="t" l="l"/>
              <a:pathLst>
                <a:path h="547756" w="496913">
                  <a:moveTo>
                    <a:pt x="433413" y="74930"/>
                  </a:moveTo>
                  <a:cubicBezTo>
                    <a:pt x="405473" y="30480"/>
                    <a:pt x="355943" y="0"/>
                    <a:pt x="298793" y="0"/>
                  </a:cubicBezTo>
                  <a:lnTo>
                    <a:pt x="158750" y="0"/>
                  </a:lnTo>
                  <a:cubicBezTo>
                    <a:pt x="71120" y="0"/>
                    <a:pt x="0" y="71120"/>
                    <a:pt x="0" y="158750"/>
                  </a:cubicBezTo>
                  <a:lnTo>
                    <a:pt x="0" y="345826"/>
                  </a:lnTo>
                  <a:cubicBezTo>
                    <a:pt x="0" y="397896"/>
                    <a:pt x="25400" y="443616"/>
                    <a:pt x="63500" y="472826"/>
                  </a:cubicBezTo>
                  <a:cubicBezTo>
                    <a:pt x="91440" y="517276"/>
                    <a:pt x="140970" y="547756"/>
                    <a:pt x="189439" y="547756"/>
                  </a:cubicBezTo>
                  <a:lnTo>
                    <a:pt x="338163" y="547756"/>
                  </a:lnTo>
                  <a:cubicBezTo>
                    <a:pt x="425793" y="547756"/>
                    <a:pt x="496913" y="476636"/>
                    <a:pt x="496913" y="389006"/>
                  </a:cubicBezTo>
                  <a:lnTo>
                    <a:pt x="496913" y="201930"/>
                  </a:lnTo>
                  <a:cubicBezTo>
                    <a:pt x="496913" y="149860"/>
                    <a:pt x="471513" y="104140"/>
                    <a:pt x="433413" y="74930"/>
                  </a:cubicBezTo>
                  <a:close/>
                  <a:moveTo>
                    <a:pt x="12700" y="345826"/>
                  </a:moveTo>
                  <a:lnTo>
                    <a:pt x="12700" y="158750"/>
                  </a:lnTo>
                  <a:cubicBezTo>
                    <a:pt x="12700" y="78740"/>
                    <a:pt x="78740" y="12700"/>
                    <a:pt x="158750" y="12700"/>
                  </a:cubicBezTo>
                  <a:lnTo>
                    <a:pt x="298793" y="12700"/>
                  </a:lnTo>
                  <a:cubicBezTo>
                    <a:pt x="378803" y="12700"/>
                    <a:pt x="444843" y="78740"/>
                    <a:pt x="444843" y="158750"/>
                  </a:cubicBezTo>
                  <a:lnTo>
                    <a:pt x="444843" y="345826"/>
                  </a:lnTo>
                  <a:cubicBezTo>
                    <a:pt x="444843" y="425836"/>
                    <a:pt x="378803" y="491876"/>
                    <a:pt x="298793" y="491876"/>
                  </a:cubicBezTo>
                  <a:lnTo>
                    <a:pt x="158750" y="491876"/>
                  </a:lnTo>
                  <a:cubicBezTo>
                    <a:pt x="78740" y="491876"/>
                    <a:pt x="12700" y="427106"/>
                    <a:pt x="12700" y="345826"/>
                  </a:cubicBezTo>
                  <a:close/>
                  <a:moveTo>
                    <a:pt x="485483" y="389006"/>
                  </a:moveTo>
                  <a:cubicBezTo>
                    <a:pt x="485483" y="469016"/>
                    <a:pt x="418173" y="535056"/>
                    <a:pt x="338163" y="535056"/>
                  </a:cubicBezTo>
                  <a:lnTo>
                    <a:pt x="189439" y="535056"/>
                  </a:lnTo>
                  <a:cubicBezTo>
                    <a:pt x="157480" y="535056"/>
                    <a:pt x="120650" y="518546"/>
                    <a:pt x="93980" y="490606"/>
                  </a:cubicBezTo>
                  <a:cubicBezTo>
                    <a:pt x="114300" y="499496"/>
                    <a:pt x="135890" y="504576"/>
                    <a:pt x="160020" y="504576"/>
                  </a:cubicBezTo>
                  <a:lnTo>
                    <a:pt x="300063" y="504576"/>
                  </a:lnTo>
                  <a:cubicBezTo>
                    <a:pt x="387693" y="504576"/>
                    <a:pt x="458813" y="433456"/>
                    <a:pt x="458813" y="345826"/>
                  </a:cubicBezTo>
                  <a:lnTo>
                    <a:pt x="458813" y="158750"/>
                  </a:lnTo>
                  <a:cubicBezTo>
                    <a:pt x="458813" y="140970"/>
                    <a:pt x="455003" y="123190"/>
                    <a:pt x="449923" y="106680"/>
                  </a:cubicBezTo>
                  <a:cubicBezTo>
                    <a:pt x="471513" y="132080"/>
                    <a:pt x="485483" y="165100"/>
                    <a:pt x="485483" y="201930"/>
                  </a:cubicBezTo>
                  <a:lnTo>
                    <a:pt x="485483" y="389006"/>
                  </a:lnTo>
                  <a:close/>
                </a:path>
              </a:pathLst>
            </a:custGeom>
            <a:solidFill>
              <a:srgbClr val="96A6A1"/>
            </a:solidFill>
          </p:spPr>
        </p:sp>
      </p:grpSp>
      <p:sp>
        <p:nvSpPr>
          <p:cNvPr name="AutoShape 40" id="40"/>
          <p:cNvSpPr/>
          <p:nvPr/>
        </p:nvSpPr>
        <p:spPr>
          <a:xfrm rot="0">
            <a:off x="1811760" y="4974746"/>
            <a:ext cx="4508784" cy="0"/>
          </a:xfrm>
          <a:prstGeom prst="line">
            <a:avLst/>
          </a:prstGeom>
          <a:ln cap="flat" w="9525">
            <a:solidFill>
              <a:srgbClr val="96A6A1"/>
            </a:solidFill>
            <a:prstDash val="lgDash"/>
            <a:headEnd type="none" len="sm" w="sm"/>
            <a:tailEnd type="none" len="sm" w="sm"/>
          </a:ln>
        </p:spPr>
      </p:sp>
      <p:grpSp>
        <p:nvGrpSpPr>
          <p:cNvPr name="Group 41" id="41"/>
          <p:cNvGrpSpPr/>
          <p:nvPr/>
        </p:nvGrpSpPr>
        <p:grpSpPr>
          <a:xfrm rot="0">
            <a:off x="1451856" y="5136036"/>
            <a:ext cx="205509" cy="226536"/>
            <a:chOff x="0" y="0"/>
            <a:chExt cx="496913" cy="547756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92710" y="106680"/>
              <a:ext cx="392773" cy="428376"/>
            </a:xfrm>
            <a:custGeom>
              <a:avLst/>
              <a:gdLst/>
              <a:ahLst/>
              <a:cxnLst/>
              <a:rect r="r" b="b" t="t" l="l"/>
              <a:pathLst>
                <a:path h="428376" w="392773">
                  <a:moveTo>
                    <a:pt x="366103" y="239146"/>
                  </a:moveTo>
                  <a:cubicBezTo>
                    <a:pt x="366103" y="326776"/>
                    <a:pt x="289903" y="397896"/>
                    <a:pt x="208623" y="397896"/>
                  </a:cubicBezTo>
                  <a:lnTo>
                    <a:pt x="66040" y="397896"/>
                  </a:lnTo>
                  <a:cubicBezTo>
                    <a:pt x="43180" y="397896"/>
                    <a:pt x="20320" y="392816"/>
                    <a:pt x="0" y="383926"/>
                  </a:cubicBezTo>
                  <a:cubicBezTo>
                    <a:pt x="26670" y="411866"/>
                    <a:pt x="63500" y="428376"/>
                    <a:pt x="96630" y="428376"/>
                  </a:cubicBezTo>
                  <a:lnTo>
                    <a:pt x="246723" y="428376"/>
                  </a:lnTo>
                  <a:cubicBezTo>
                    <a:pt x="326733" y="428376"/>
                    <a:pt x="392773" y="362336"/>
                    <a:pt x="392773" y="282326"/>
                  </a:cubicBezTo>
                  <a:lnTo>
                    <a:pt x="392773" y="95250"/>
                  </a:lnTo>
                  <a:cubicBezTo>
                    <a:pt x="392773" y="58420"/>
                    <a:pt x="378803" y="25400"/>
                    <a:pt x="357213" y="0"/>
                  </a:cubicBezTo>
                  <a:cubicBezTo>
                    <a:pt x="363563" y="16510"/>
                    <a:pt x="366103" y="34290"/>
                    <a:pt x="366103" y="52070"/>
                  </a:cubicBezTo>
                  <a:lnTo>
                    <a:pt x="366103" y="239146"/>
                  </a:lnTo>
                  <a:close/>
                </a:path>
              </a:pathLst>
            </a:custGeom>
            <a:solidFill>
              <a:srgbClr val="96A6A1"/>
            </a:solidFill>
          </p:spPr>
        </p:sp>
        <p:sp>
          <p:nvSpPr>
            <p:cNvPr name="Freeform 43" id="43"/>
            <p:cNvSpPr/>
            <p:nvPr/>
          </p:nvSpPr>
          <p:spPr>
            <a:xfrm flipH="false" flipV="false" rot="0">
              <a:off x="12700" y="12700"/>
              <a:ext cx="432143" cy="479176"/>
            </a:xfrm>
            <a:custGeom>
              <a:avLst/>
              <a:gdLst/>
              <a:ahLst/>
              <a:cxnLst/>
              <a:rect r="r" b="b" t="t" l="l"/>
              <a:pathLst>
                <a:path h="479176" w="432143">
                  <a:moveTo>
                    <a:pt x="146050" y="479176"/>
                  </a:moveTo>
                  <a:lnTo>
                    <a:pt x="286093" y="479176"/>
                  </a:lnTo>
                  <a:cubicBezTo>
                    <a:pt x="366103" y="479176"/>
                    <a:pt x="432143" y="413136"/>
                    <a:pt x="432143" y="333126"/>
                  </a:cubicBezTo>
                  <a:lnTo>
                    <a:pt x="432143" y="146050"/>
                  </a:lnTo>
                  <a:cubicBezTo>
                    <a:pt x="432143" y="66040"/>
                    <a:pt x="366103" y="0"/>
                    <a:pt x="286093" y="0"/>
                  </a:cubicBezTo>
                  <a:lnTo>
                    <a:pt x="146050" y="0"/>
                  </a:lnTo>
                  <a:cubicBezTo>
                    <a:pt x="66040" y="0"/>
                    <a:pt x="0" y="66040"/>
                    <a:pt x="0" y="146050"/>
                  </a:cubicBezTo>
                  <a:lnTo>
                    <a:pt x="0" y="333126"/>
                  </a:lnTo>
                  <a:cubicBezTo>
                    <a:pt x="0" y="414406"/>
                    <a:pt x="66040" y="479176"/>
                    <a:pt x="146050" y="479176"/>
                  </a:cubicBezTo>
                  <a:close/>
                </a:path>
              </a:pathLst>
            </a:custGeom>
            <a:solidFill>
              <a:srgbClr val="F1EDE1"/>
            </a:solidFill>
          </p:spPr>
        </p:sp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496913" cy="547756"/>
            </a:xfrm>
            <a:custGeom>
              <a:avLst/>
              <a:gdLst/>
              <a:ahLst/>
              <a:cxnLst/>
              <a:rect r="r" b="b" t="t" l="l"/>
              <a:pathLst>
                <a:path h="547756" w="496913">
                  <a:moveTo>
                    <a:pt x="433413" y="74930"/>
                  </a:moveTo>
                  <a:cubicBezTo>
                    <a:pt x="405473" y="30480"/>
                    <a:pt x="355943" y="0"/>
                    <a:pt x="298793" y="0"/>
                  </a:cubicBezTo>
                  <a:lnTo>
                    <a:pt x="158750" y="0"/>
                  </a:lnTo>
                  <a:cubicBezTo>
                    <a:pt x="71120" y="0"/>
                    <a:pt x="0" y="71120"/>
                    <a:pt x="0" y="158750"/>
                  </a:cubicBezTo>
                  <a:lnTo>
                    <a:pt x="0" y="345826"/>
                  </a:lnTo>
                  <a:cubicBezTo>
                    <a:pt x="0" y="397896"/>
                    <a:pt x="25400" y="443616"/>
                    <a:pt x="63500" y="472826"/>
                  </a:cubicBezTo>
                  <a:cubicBezTo>
                    <a:pt x="91440" y="517276"/>
                    <a:pt x="140970" y="547756"/>
                    <a:pt x="189439" y="547756"/>
                  </a:cubicBezTo>
                  <a:lnTo>
                    <a:pt x="338163" y="547756"/>
                  </a:lnTo>
                  <a:cubicBezTo>
                    <a:pt x="425793" y="547756"/>
                    <a:pt x="496913" y="476636"/>
                    <a:pt x="496913" y="389006"/>
                  </a:cubicBezTo>
                  <a:lnTo>
                    <a:pt x="496913" y="201930"/>
                  </a:lnTo>
                  <a:cubicBezTo>
                    <a:pt x="496913" y="149860"/>
                    <a:pt x="471513" y="104140"/>
                    <a:pt x="433413" y="74930"/>
                  </a:cubicBezTo>
                  <a:close/>
                  <a:moveTo>
                    <a:pt x="12700" y="345826"/>
                  </a:moveTo>
                  <a:lnTo>
                    <a:pt x="12700" y="158750"/>
                  </a:lnTo>
                  <a:cubicBezTo>
                    <a:pt x="12700" y="78740"/>
                    <a:pt x="78740" y="12700"/>
                    <a:pt x="158750" y="12700"/>
                  </a:cubicBezTo>
                  <a:lnTo>
                    <a:pt x="298793" y="12700"/>
                  </a:lnTo>
                  <a:cubicBezTo>
                    <a:pt x="378803" y="12700"/>
                    <a:pt x="444843" y="78740"/>
                    <a:pt x="444843" y="158750"/>
                  </a:cubicBezTo>
                  <a:lnTo>
                    <a:pt x="444843" y="345826"/>
                  </a:lnTo>
                  <a:cubicBezTo>
                    <a:pt x="444843" y="425836"/>
                    <a:pt x="378803" y="491876"/>
                    <a:pt x="298793" y="491876"/>
                  </a:cubicBezTo>
                  <a:lnTo>
                    <a:pt x="158750" y="491876"/>
                  </a:lnTo>
                  <a:cubicBezTo>
                    <a:pt x="78740" y="491876"/>
                    <a:pt x="12700" y="427106"/>
                    <a:pt x="12700" y="345826"/>
                  </a:cubicBezTo>
                  <a:close/>
                  <a:moveTo>
                    <a:pt x="485483" y="389006"/>
                  </a:moveTo>
                  <a:cubicBezTo>
                    <a:pt x="485483" y="469016"/>
                    <a:pt x="418173" y="535056"/>
                    <a:pt x="338163" y="535056"/>
                  </a:cubicBezTo>
                  <a:lnTo>
                    <a:pt x="189439" y="535056"/>
                  </a:lnTo>
                  <a:cubicBezTo>
                    <a:pt x="157480" y="535056"/>
                    <a:pt x="120650" y="518546"/>
                    <a:pt x="93980" y="490606"/>
                  </a:cubicBezTo>
                  <a:cubicBezTo>
                    <a:pt x="114300" y="499496"/>
                    <a:pt x="135890" y="504576"/>
                    <a:pt x="160020" y="504576"/>
                  </a:cubicBezTo>
                  <a:lnTo>
                    <a:pt x="300063" y="504576"/>
                  </a:lnTo>
                  <a:cubicBezTo>
                    <a:pt x="387693" y="504576"/>
                    <a:pt x="458813" y="433456"/>
                    <a:pt x="458813" y="345826"/>
                  </a:cubicBezTo>
                  <a:lnTo>
                    <a:pt x="458813" y="158750"/>
                  </a:lnTo>
                  <a:cubicBezTo>
                    <a:pt x="458813" y="140970"/>
                    <a:pt x="455003" y="123190"/>
                    <a:pt x="449923" y="106680"/>
                  </a:cubicBezTo>
                  <a:cubicBezTo>
                    <a:pt x="471513" y="132080"/>
                    <a:pt x="485483" y="165100"/>
                    <a:pt x="485483" y="201930"/>
                  </a:cubicBezTo>
                  <a:lnTo>
                    <a:pt x="485483" y="389006"/>
                  </a:lnTo>
                  <a:close/>
                </a:path>
              </a:pathLst>
            </a:custGeom>
            <a:solidFill>
              <a:srgbClr val="96A6A1"/>
            </a:solidFill>
          </p:spPr>
        </p:sp>
      </p:grpSp>
      <p:sp>
        <p:nvSpPr>
          <p:cNvPr name="AutoShape 45" id="45"/>
          <p:cNvSpPr/>
          <p:nvPr/>
        </p:nvSpPr>
        <p:spPr>
          <a:xfrm rot="0">
            <a:off x="1811760" y="5403694"/>
            <a:ext cx="4508784" cy="0"/>
          </a:xfrm>
          <a:prstGeom prst="line">
            <a:avLst/>
          </a:prstGeom>
          <a:ln cap="flat" w="9525">
            <a:solidFill>
              <a:srgbClr val="96A6A1"/>
            </a:solidFill>
            <a:prstDash val="lgDash"/>
            <a:headEnd type="none" len="sm" w="sm"/>
            <a:tailEnd type="none" len="sm" w="sm"/>
          </a:ln>
        </p:spPr>
      </p:sp>
      <p:grpSp>
        <p:nvGrpSpPr>
          <p:cNvPr name="Group 46" id="46"/>
          <p:cNvGrpSpPr/>
          <p:nvPr/>
        </p:nvGrpSpPr>
        <p:grpSpPr>
          <a:xfrm rot="0">
            <a:off x="1451856" y="5564984"/>
            <a:ext cx="205509" cy="226536"/>
            <a:chOff x="0" y="0"/>
            <a:chExt cx="496913" cy="547756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92710" y="106680"/>
              <a:ext cx="392773" cy="428376"/>
            </a:xfrm>
            <a:custGeom>
              <a:avLst/>
              <a:gdLst/>
              <a:ahLst/>
              <a:cxnLst/>
              <a:rect r="r" b="b" t="t" l="l"/>
              <a:pathLst>
                <a:path h="428376" w="392773">
                  <a:moveTo>
                    <a:pt x="366103" y="239146"/>
                  </a:moveTo>
                  <a:cubicBezTo>
                    <a:pt x="366103" y="326776"/>
                    <a:pt x="289903" y="397896"/>
                    <a:pt x="208623" y="397896"/>
                  </a:cubicBezTo>
                  <a:lnTo>
                    <a:pt x="66040" y="397896"/>
                  </a:lnTo>
                  <a:cubicBezTo>
                    <a:pt x="43180" y="397896"/>
                    <a:pt x="20320" y="392816"/>
                    <a:pt x="0" y="383926"/>
                  </a:cubicBezTo>
                  <a:cubicBezTo>
                    <a:pt x="26670" y="411866"/>
                    <a:pt x="63500" y="428376"/>
                    <a:pt x="96630" y="428376"/>
                  </a:cubicBezTo>
                  <a:lnTo>
                    <a:pt x="246723" y="428376"/>
                  </a:lnTo>
                  <a:cubicBezTo>
                    <a:pt x="326733" y="428376"/>
                    <a:pt x="392773" y="362336"/>
                    <a:pt x="392773" y="282326"/>
                  </a:cubicBezTo>
                  <a:lnTo>
                    <a:pt x="392773" y="95250"/>
                  </a:lnTo>
                  <a:cubicBezTo>
                    <a:pt x="392773" y="58420"/>
                    <a:pt x="378803" y="25400"/>
                    <a:pt x="357213" y="0"/>
                  </a:cubicBezTo>
                  <a:cubicBezTo>
                    <a:pt x="363563" y="16510"/>
                    <a:pt x="366103" y="34290"/>
                    <a:pt x="366103" y="52070"/>
                  </a:cubicBezTo>
                  <a:lnTo>
                    <a:pt x="366103" y="239146"/>
                  </a:lnTo>
                  <a:close/>
                </a:path>
              </a:pathLst>
            </a:custGeom>
            <a:solidFill>
              <a:srgbClr val="96A6A1"/>
            </a:solidFill>
          </p:spPr>
        </p:sp>
        <p:sp>
          <p:nvSpPr>
            <p:cNvPr name="Freeform 48" id="48"/>
            <p:cNvSpPr/>
            <p:nvPr/>
          </p:nvSpPr>
          <p:spPr>
            <a:xfrm flipH="false" flipV="false" rot="0">
              <a:off x="12700" y="12700"/>
              <a:ext cx="432143" cy="479176"/>
            </a:xfrm>
            <a:custGeom>
              <a:avLst/>
              <a:gdLst/>
              <a:ahLst/>
              <a:cxnLst/>
              <a:rect r="r" b="b" t="t" l="l"/>
              <a:pathLst>
                <a:path h="479176" w="432143">
                  <a:moveTo>
                    <a:pt x="146050" y="479176"/>
                  </a:moveTo>
                  <a:lnTo>
                    <a:pt x="286093" y="479176"/>
                  </a:lnTo>
                  <a:cubicBezTo>
                    <a:pt x="366103" y="479176"/>
                    <a:pt x="432143" y="413136"/>
                    <a:pt x="432143" y="333126"/>
                  </a:cubicBezTo>
                  <a:lnTo>
                    <a:pt x="432143" y="146050"/>
                  </a:lnTo>
                  <a:cubicBezTo>
                    <a:pt x="432143" y="66040"/>
                    <a:pt x="366103" y="0"/>
                    <a:pt x="286093" y="0"/>
                  </a:cubicBezTo>
                  <a:lnTo>
                    <a:pt x="146050" y="0"/>
                  </a:lnTo>
                  <a:cubicBezTo>
                    <a:pt x="66040" y="0"/>
                    <a:pt x="0" y="66040"/>
                    <a:pt x="0" y="146050"/>
                  </a:cubicBezTo>
                  <a:lnTo>
                    <a:pt x="0" y="333126"/>
                  </a:lnTo>
                  <a:cubicBezTo>
                    <a:pt x="0" y="414406"/>
                    <a:pt x="66040" y="479176"/>
                    <a:pt x="146050" y="479176"/>
                  </a:cubicBezTo>
                  <a:close/>
                </a:path>
              </a:pathLst>
            </a:custGeom>
            <a:solidFill>
              <a:srgbClr val="F1EDE1"/>
            </a:solidFill>
          </p:spPr>
        </p:sp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496913" cy="547756"/>
            </a:xfrm>
            <a:custGeom>
              <a:avLst/>
              <a:gdLst/>
              <a:ahLst/>
              <a:cxnLst/>
              <a:rect r="r" b="b" t="t" l="l"/>
              <a:pathLst>
                <a:path h="547756" w="496913">
                  <a:moveTo>
                    <a:pt x="433413" y="74930"/>
                  </a:moveTo>
                  <a:cubicBezTo>
                    <a:pt x="405473" y="30480"/>
                    <a:pt x="355943" y="0"/>
                    <a:pt x="298793" y="0"/>
                  </a:cubicBezTo>
                  <a:lnTo>
                    <a:pt x="158750" y="0"/>
                  </a:lnTo>
                  <a:cubicBezTo>
                    <a:pt x="71120" y="0"/>
                    <a:pt x="0" y="71120"/>
                    <a:pt x="0" y="158750"/>
                  </a:cubicBezTo>
                  <a:lnTo>
                    <a:pt x="0" y="345826"/>
                  </a:lnTo>
                  <a:cubicBezTo>
                    <a:pt x="0" y="397896"/>
                    <a:pt x="25400" y="443616"/>
                    <a:pt x="63500" y="472826"/>
                  </a:cubicBezTo>
                  <a:cubicBezTo>
                    <a:pt x="91440" y="517276"/>
                    <a:pt x="140970" y="547756"/>
                    <a:pt x="189439" y="547756"/>
                  </a:cubicBezTo>
                  <a:lnTo>
                    <a:pt x="338163" y="547756"/>
                  </a:lnTo>
                  <a:cubicBezTo>
                    <a:pt x="425793" y="547756"/>
                    <a:pt x="496913" y="476636"/>
                    <a:pt x="496913" y="389006"/>
                  </a:cubicBezTo>
                  <a:lnTo>
                    <a:pt x="496913" y="201930"/>
                  </a:lnTo>
                  <a:cubicBezTo>
                    <a:pt x="496913" y="149860"/>
                    <a:pt x="471513" y="104140"/>
                    <a:pt x="433413" y="74930"/>
                  </a:cubicBezTo>
                  <a:close/>
                  <a:moveTo>
                    <a:pt x="12700" y="345826"/>
                  </a:moveTo>
                  <a:lnTo>
                    <a:pt x="12700" y="158750"/>
                  </a:lnTo>
                  <a:cubicBezTo>
                    <a:pt x="12700" y="78740"/>
                    <a:pt x="78740" y="12700"/>
                    <a:pt x="158750" y="12700"/>
                  </a:cubicBezTo>
                  <a:lnTo>
                    <a:pt x="298793" y="12700"/>
                  </a:lnTo>
                  <a:cubicBezTo>
                    <a:pt x="378803" y="12700"/>
                    <a:pt x="444843" y="78740"/>
                    <a:pt x="444843" y="158750"/>
                  </a:cubicBezTo>
                  <a:lnTo>
                    <a:pt x="444843" y="345826"/>
                  </a:lnTo>
                  <a:cubicBezTo>
                    <a:pt x="444843" y="425836"/>
                    <a:pt x="378803" y="491876"/>
                    <a:pt x="298793" y="491876"/>
                  </a:cubicBezTo>
                  <a:lnTo>
                    <a:pt x="158750" y="491876"/>
                  </a:lnTo>
                  <a:cubicBezTo>
                    <a:pt x="78740" y="491876"/>
                    <a:pt x="12700" y="427106"/>
                    <a:pt x="12700" y="345826"/>
                  </a:cubicBezTo>
                  <a:close/>
                  <a:moveTo>
                    <a:pt x="485483" y="389006"/>
                  </a:moveTo>
                  <a:cubicBezTo>
                    <a:pt x="485483" y="469016"/>
                    <a:pt x="418173" y="535056"/>
                    <a:pt x="338163" y="535056"/>
                  </a:cubicBezTo>
                  <a:lnTo>
                    <a:pt x="189439" y="535056"/>
                  </a:lnTo>
                  <a:cubicBezTo>
                    <a:pt x="157480" y="535056"/>
                    <a:pt x="120650" y="518546"/>
                    <a:pt x="93980" y="490606"/>
                  </a:cubicBezTo>
                  <a:cubicBezTo>
                    <a:pt x="114300" y="499496"/>
                    <a:pt x="135890" y="504576"/>
                    <a:pt x="160020" y="504576"/>
                  </a:cubicBezTo>
                  <a:lnTo>
                    <a:pt x="300063" y="504576"/>
                  </a:lnTo>
                  <a:cubicBezTo>
                    <a:pt x="387693" y="504576"/>
                    <a:pt x="458813" y="433456"/>
                    <a:pt x="458813" y="345826"/>
                  </a:cubicBezTo>
                  <a:lnTo>
                    <a:pt x="458813" y="158750"/>
                  </a:lnTo>
                  <a:cubicBezTo>
                    <a:pt x="458813" y="140970"/>
                    <a:pt x="455003" y="123190"/>
                    <a:pt x="449923" y="106680"/>
                  </a:cubicBezTo>
                  <a:cubicBezTo>
                    <a:pt x="471513" y="132080"/>
                    <a:pt x="485483" y="165100"/>
                    <a:pt x="485483" y="201930"/>
                  </a:cubicBezTo>
                  <a:lnTo>
                    <a:pt x="485483" y="389006"/>
                  </a:lnTo>
                  <a:close/>
                </a:path>
              </a:pathLst>
            </a:custGeom>
            <a:solidFill>
              <a:srgbClr val="96A6A1"/>
            </a:solidFill>
          </p:spPr>
        </p:sp>
      </p:grpSp>
      <p:sp>
        <p:nvSpPr>
          <p:cNvPr name="AutoShape 50" id="50"/>
          <p:cNvSpPr/>
          <p:nvPr/>
        </p:nvSpPr>
        <p:spPr>
          <a:xfrm rot="0">
            <a:off x="1811760" y="5832641"/>
            <a:ext cx="4508784" cy="0"/>
          </a:xfrm>
          <a:prstGeom prst="line">
            <a:avLst/>
          </a:prstGeom>
          <a:ln cap="flat" w="9525">
            <a:solidFill>
              <a:srgbClr val="96A6A1"/>
            </a:solidFill>
            <a:prstDash val="lgDash"/>
            <a:headEnd type="none" len="sm" w="sm"/>
            <a:tailEnd type="none" len="sm" w="sm"/>
          </a:ln>
        </p:spPr>
      </p:sp>
      <p:grpSp>
        <p:nvGrpSpPr>
          <p:cNvPr name="Group 51" id="51"/>
          <p:cNvGrpSpPr/>
          <p:nvPr/>
        </p:nvGrpSpPr>
        <p:grpSpPr>
          <a:xfrm rot="0">
            <a:off x="1451856" y="5993931"/>
            <a:ext cx="205509" cy="226536"/>
            <a:chOff x="0" y="0"/>
            <a:chExt cx="496913" cy="547756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92710" y="106680"/>
              <a:ext cx="392773" cy="428376"/>
            </a:xfrm>
            <a:custGeom>
              <a:avLst/>
              <a:gdLst/>
              <a:ahLst/>
              <a:cxnLst/>
              <a:rect r="r" b="b" t="t" l="l"/>
              <a:pathLst>
                <a:path h="428376" w="392773">
                  <a:moveTo>
                    <a:pt x="366103" y="239146"/>
                  </a:moveTo>
                  <a:cubicBezTo>
                    <a:pt x="366103" y="326776"/>
                    <a:pt x="289903" y="397896"/>
                    <a:pt x="208623" y="397896"/>
                  </a:cubicBezTo>
                  <a:lnTo>
                    <a:pt x="66040" y="397896"/>
                  </a:lnTo>
                  <a:cubicBezTo>
                    <a:pt x="43180" y="397896"/>
                    <a:pt x="20320" y="392816"/>
                    <a:pt x="0" y="383926"/>
                  </a:cubicBezTo>
                  <a:cubicBezTo>
                    <a:pt x="26670" y="411866"/>
                    <a:pt x="63500" y="428376"/>
                    <a:pt x="96630" y="428376"/>
                  </a:cubicBezTo>
                  <a:lnTo>
                    <a:pt x="246723" y="428376"/>
                  </a:lnTo>
                  <a:cubicBezTo>
                    <a:pt x="326733" y="428376"/>
                    <a:pt x="392773" y="362336"/>
                    <a:pt x="392773" y="282326"/>
                  </a:cubicBezTo>
                  <a:lnTo>
                    <a:pt x="392773" y="95250"/>
                  </a:lnTo>
                  <a:cubicBezTo>
                    <a:pt x="392773" y="58420"/>
                    <a:pt x="378803" y="25400"/>
                    <a:pt x="357213" y="0"/>
                  </a:cubicBezTo>
                  <a:cubicBezTo>
                    <a:pt x="363563" y="16510"/>
                    <a:pt x="366103" y="34290"/>
                    <a:pt x="366103" y="52070"/>
                  </a:cubicBezTo>
                  <a:lnTo>
                    <a:pt x="366103" y="239146"/>
                  </a:lnTo>
                  <a:close/>
                </a:path>
              </a:pathLst>
            </a:custGeom>
            <a:solidFill>
              <a:srgbClr val="96A6A1"/>
            </a:solidFill>
          </p:spPr>
        </p:sp>
        <p:sp>
          <p:nvSpPr>
            <p:cNvPr name="Freeform 53" id="53"/>
            <p:cNvSpPr/>
            <p:nvPr/>
          </p:nvSpPr>
          <p:spPr>
            <a:xfrm flipH="false" flipV="false" rot="0">
              <a:off x="12700" y="12700"/>
              <a:ext cx="432143" cy="479176"/>
            </a:xfrm>
            <a:custGeom>
              <a:avLst/>
              <a:gdLst/>
              <a:ahLst/>
              <a:cxnLst/>
              <a:rect r="r" b="b" t="t" l="l"/>
              <a:pathLst>
                <a:path h="479176" w="432143">
                  <a:moveTo>
                    <a:pt x="146050" y="479176"/>
                  </a:moveTo>
                  <a:lnTo>
                    <a:pt x="286093" y="479176"/>
                  </a:lnTo>
                  <a:cubicBezTo>
                    <a:pt x="366103" y="479176"/>
                    <a:pt x="432143" y="413136"/>
                    <a:pt x="432143" y="333126"/>
                  </a:cubicBezTo>
                  <a:lnTo>
                    <a:pt x="432143" y="146050"/>
                  </a:lnTo>
                  <a:cubicBezTo>
                    <a:pt x="432143" y="66040"/>
                    <a:pt x="366103" y="0"/>
                    <a:pt x="286093" y="0"/>
                  </a:cubicBezTo>
                  <a:lnTo>
                    <a:pt x="146050" y="0"/>
                  </a:lnTo>
                  <a:cubicBezTo>
                    <a:pt x="66040" y="0"/>
                    <a:pt x="0" y="66040"/>
                    <a:pt x="0" y="146050"/>
                  </a:cubicBezTo>
                  <a:lnTo>
                    <a:pt x="0" y="333126"/>
                  </a:lnTo>
                  <a:cubicBezTo>
                    <a:pt x="0" y="414406"/>
                    <a:pt x="66040" y="479176"/>
                    <a:pt x="146050" y="479176"/>
                  </a:cubicBezTo>
                  <a:close/>
                </a:path>
              </a:pathLst>
            </a:custGeom>
            <a:solidFill>
              <a:srgbClr val="F1EDE1"/>
            </a:solidFill>
          </p:spPr>
        </p:sp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496913" cy="547756"/>
            </a:xfrm>
            <a:custGeom>
              <a:avLst/>
              <a:gdLst/>
              <a:ahLst/>
              <a:cxnLst/>
              <a:rect r="r" b="b" t="t" l="l"/>
              <a:pathLst>
                <a:path h="547756" w="496913">
                  <a:moveTo>
                    <a:pt x="433413" y="74930"/>
                  </a:moveTo>
                  <a:cubicBezTo>
                    <a:pt x="405473" y="30480"/>
                    <a:pt x="355943" y="0"/>
                    <a:pt x="298793" y="0"/>
                  </a:cubicBezTo>
                  <a:lnTo>
                    <a:pt x="158750" y="0"/>
                  </a:lnTo>
                  <a:cubicBezTo>
                    <a:pt x="71120" y="0"/>
                    <a:pt x="0" y="71120"/>
                    <a:pt x="0" y="158750"/>
                  </a:cubicBezTo>
                  <a:lnTo>
                    <a:pt x="0" y="345826"/>
                  </a:lnTo>
                  <a:cubicBezTo>
                    <a:pt x="0" y="397896"/>
                    <a:pt x="25400" y="443616"/>
                    <a:pt x="63500" y="472826"/>
                  </a:cubicBezTo>
                  <a:cubicBezTo>
                    <a:pt x="91440" y="517276"/>
                    <a:pt x="140970" y="547756"/>
                    <a:pt x="189439" y="547756"/>
                  </a:cubicBezTo>
                  <a:lnTo>
                    <a:pt x="338163" y="547756"/>
                  </a:lnTo>
                  <a:cubicBezTo>
                    <a:pt x="425793" y="547756"/>
                    <a:pt x="496913" y="476636"/>
                    <a:pt x="496913" y="389006"/>
                  </a:cubicBezTo>
                  <a:lnTo>
                    <a:pt x="496913" y="201930"/>
                  </a:lnTo>
                  <a:cubicBezTo>
                    <a:pt x="496913" y="149860"/>
                    <a:pt x="471513" y="104140"/>
                    <a:pt x="433413" y="74930"/>
                  </a:cubicBezTo>
                  <a:close/>
                  <a:moveTo>
                    <a:pt x="12700" y="345826"/>
                  </a:moveTo>
                  <a:lnTo>
                    <a:pt x="12700" y="158750"/>
                  </a:lnTo>
                  <a:cubicBezTo>
                    <a:pt x="12700" y="78740"/>
                    <a:pt x="78740" y="12700"/>
                    <a:pt x="158750" y="12700"/>
                  </a:cubicBezTo>
                  <a:lnTo>
                    <a:pt x="298793" y="12700"/>
                  </a:lnTo>
                  <a:cubicBezTo>
                    <a:pt x="378803" y="12700"/>
                    <a:pt x="444843" y="78740"/>
                    <a:pt x="444843" y="158750"/>
                  </a:cubicBezTo>
                  <a:lnTo>
                    <a:pt x="444843" y="345826"/>
                  </a:lnTo>
                  <a:cubicBezTo>
                    <a:pt x="444843" y="425836"/>
                    <a:pt x="378803" y="491876"/>
                    <a:pt x="298793" y="491876"/>
                  </a:cubicBezTo>
                  <a:lnTo>
                    <a:pt x="158750" y="491876"/>
                  </a:lnTo>
                  <a:cubicBezTo>
                    <a:pt x="78740" y="491876"/>
                    <a:pt x="12700" y="427106"/>
                    <a:pt x="12700" y="345826"/>
                  </a:cubicBezTo>
                  <a:close/>
                  <a:moveTo>
                    <a:pt x="485483" y="389006"/>
                  </a:moveTo>
                  <a:cubicBezTo>
                    <a:pt x="485483" y="469016"/>
                    <a:pt x="418173" y="535056"/>
                    <a:pt x="338163" y="535056"/>
                  </a:cubicBezTo>
                  <a:lnTo>
                    <a:pt x="189439" y="535056"/>
                  </a:lnTo>
                  <a:cubicBezTo>
                    <a:pt x="157480" y="535056"/>
                    <a:pt x="120650" y="518546"/>
                    <a:pt x="93980" y="490606"/>
                  </a:cubicBezTo>
                  <a:cubicBezTo>
                    <a:pt x="114300" y="499496"/>
                    <a:pt x="135890" y="504576"/>
                    <a:pt x="160020" y="504576"/>
                  </a:cubicBezTo>
                  <a:lnTo>
                    <a:pt x="300063" y="504576"/>
                  </a:lnTo>
                  <a:cubicBezTo>
                    <a:pt x="387693" y="504576"/>
                    <a:pt x="458813" y="433456"/>
                    <a:pt x="458813" y="345826"/>
                  </a:cubicBezTo>
                  <a:lnTo>
                    <a:pt x="458813" y="158750"/>
                  </a:lnTo>
                  <a:cubicBezTo>
                    <a:pt x="458813" y="140970"/>
                    <a:pt x="455003" y="123190"/>
                    <a:pt x="449923" y="106680"/>
                  </a:cubicBezTo>
                  <a:cubicBezTo>
                    <a:pt x="471513" y="132080"/>
                    <a:pt x="485483" y="165100"/>
                    <a:pt x="485483" y="201930"/>
                  </a:cubicBezTo>
                  <a:lnTo>
                    <a:pt x="485483" y="389006"/>
                  </a:lnTo>
                  <a:close/>
                </a:path>
              </a:pathLst>
            </a:custGeom>
            <a:solidFill>
              <a:srgbClr val="96A6A1"/>
            </a:solidFill>
          </p:spPr>
        </p:sp>
      </p:grpSp>
      <p:sp>
        <p:nvSpPr>
          <p:cNvPr name="AutoShape 55" id="55"/>
          <p:cNvSpPr/>
          <p:nvPr/>
        </p:nvSpPr>
        <p:spPr>
          <a:xfrm rot="0">
            <a:off x="1811760" y="6261588"/>
            <a:ext cx="4508784" cy="0"/>
          </a:xfrm>
          <a:prstGeom prst="line">
            <a:avLst/>
          </a:prstGeom>
          <a:ln cap="flat" w="9525">
            <a:solidFill>
              <a:srgbClr val="96A6A1"/>
            </a:solidFill>
            <a:prstDash val="lgDash"/>
            <a:headEnd type="none" len="sm" w="sm"/>
            <a:tailEnd type="none" len="sm" w="sm"/>
          </a:ln>
        </p:spPr>
      </p:sp>
      <p:grpSp>
        <p:nvGrpSpPr>
          <p:cNvPr name="Group 56" id="56"/>
          <p:cNvGrpSpPr/>
          <p:nvPr/>
        </p:nvGrpSpPr>
        <p:grpSpPr>
          <a:xfrm rot="0">
            <a:off x="1451856" y="6422878"/>
            <a:ext cx="205509" cy="226536"/>
            <a:chOff x="0" y="0"/>
            <a:chExt cx="496913" cy="547756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92710" y="106680"/>
              <a:ext cx="392773" cy="428376"/>
            </a:xfrm>
            <a:custGeom>
              <a:avLst/>
              <a:gdLst/>
              <a:ahLst/>
              <a:cxnLst/>
              <a:rect r="r" b="b" t="t" l="l"/>
              <a:pathLst>
                <a:path h="428376" w="392773">
                  <a:moveTo>
                    <a:pt x="366103" y="239146"/>
                  </a:moveTo>
                  <a:cubicBezTo>
                    <a:pt x="366103" y="326776"/>
                    <a:pt x="289903" y="397896"/>
                    <a:pt x="208623" y="397896"/>
                  </a:cubicBezTo>
                  <a:lnTo>
                    <a:pt x="66040" y="397896"/>
                  </a:lnTo>
                  <a:cubicBezTo>
                    <a:pt x="43180" y="397896"/>
                    <a:pt x="20320" y="392816"/>
                    <a:pt x="0" y="383926"/>
                  </a:cubicBezTo>
                  <a:cubicBezTo>
                    <a:pt x="26670" y="411866"/>
                    <a:pt x="63500" y="428376"/>
                    <a:pt x="96630" y="428376"/>
                  </a:cubicBezTo>
                  <a:lnTo>
                    <a:pt x="246723" y="428376"/>
                  </a:lnTo>
                  <a:cubicBezTo>
                    <a:pt x="326733" y="428376"/>
                    <a:pt x="392773" y="362336"/>
                    <a:pt x="392773" y="282326"/>
                  </a:cubicBezTo>
                  <a:lnTo>
                    <a:pt x="392773" y="95250"/>
                  </a:lnTo>
                  <a:cubicBezTo>
                    <a:pt x="392773" y="58420"/>
                    <a:pt x="378803" y="25400"/>
                    <a:pt x="357213" y="0"/>
                  </a:cubicBezTo>
                  <a:cubicBezTo>
                    <a:pt x="363563" y="16510"/>
                    <a:pt x="366103" y="34290"/>
                    <a:pt x="366103" y="52070"/>
                  </a:cubicBezTo>
                  <a:lnTo>
                    <a:pt x="366103" y="239146"/>
                  </a:lnTo>
                  <a:close/>
                </a:path>
              </a:pathLst>
            </a:custGeom>
            <a:solidFill>
              <a:srgbClr val="96A6A1"/>
            </a:solidFill>
          </p:spPr>
        </p:sp>
        <p:sp>
          <p:nvSpPr>
            <p:cNvPr name="Freeform 58" id="58"/>
            <p:cNvSpPr/>
            <p:nvPr/>
          </p:nvSpPr>
          <p:spPr>
            <a:xfrm flipH="false" flipV="false" rot="0">
              <a:off x="12700" y="12700"/>
              <a:ext cx="432143" cy="479176"/>
            </a:xfrm>
            <a:custGeom>
              <a:avLst/>
              <a:gdLst/>
              <a:ahLst/>
              <a:cxnLst/>
              <a:rect r="r" b="b" t="t" l="l"/>
              <a:pathLst>
                <a:path h="479176" w="432143">
                  <a:moveTo>
                    <a:pt x="146050" y="479176"/>
                  </a:moveTo>
                  <a:lnTo>
                    <a:pt x="286093" y="479176"/>
                  </a:lnTo>
                  <a:cubicBezTo>
                    <a:pt x="366103" y="479176"/>
                    <a:pt x="432143" y="413136"/>
                    <a:pt x="432143" y="333126"/>
                  </a:cubicBezTo>
                  <a:lnTo>
                    <a:pt x="432143" y="146050"/>
                  </a:lnTo>
                  <a:cubicBezTo>
                    <a:pt x="432143" y="66040"/>
                    <a:pt x="366103" y="0"/>
                    <a:pt x="286093" y="0"/>
                  </a:cubicBezTo>
                  <a:lnTo>
                    <a:pt x="146050" y="0"/>
                  </a:lnTo>
                  <a:cubicBezTo>
                    <a:pt x="66040" y="0"/>
                    <a:pt x="0" y="66040"/>
                    <a:pt x="0" y="146050"/>
                  </a:cubicBezTo>
                  <a:lnTo>
                    <a:pt x="0" y="333126"/>
                  </a:lnTo>
                  <a:cubicBezTo>
                    <a:pt x="0" y="414406"/>
                    <a:pt x="66040" y="479176"/>
                    <a:pt x="146050" y="479176"/>
                  </a:cubicBezTo>
                  <a:close/>
                </a:path>
              </a:pathLst>
            </a:custGeom>
            <a:solidFill>
              <a:srgbClr val="F1EDE1"/>
            </a:solidFill>
          </p:spPr>
        </p:sp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496913" cy="547756"/>
            </a:xfrm>
            <a:custGeom>
              <a:avLst/>
              <a:gdLst/>
              <a:ahLst/>
              <a:cxnLst/>
              <a:rect r="r" b="b" t="t" l="l"/>
              <a:pathLst>
                <a:path h="547756" w="496913">
                  <a:moveTo>
                    <a:pt x="433413" y="74930"/>
                  </a:moveTo>
                  <a:cubicBezTo>
                    <a:pt x="405473" y="30480"/>
                    <a:pt x="355943" y="0"/>
                    <a:pt x="298793" y="0"/>
                  </a:cubicBezTo>
                  <a:lnTo>
                    <a:pt x="158750" y="0"/>
                  </a:lnTo>
                  <a:cubicBezTo>
                    <a:pt x="71120" y="0"/>
                    <a:pt x="0" y="71120"/>
                    <a:pt x="0" y="158750"/>
                  </a:cubicBezTo>
                  <a:lnTo>
                    <a:pt x="0" y="345826"/>
                  </a:lnTo>
                  <a:cubicBezTo>
                    <a:pt x="0" y="397896"/>
                    <a:pt x="25400" y="443616"/>
                    <a:pt x="63500" y="472826"/>
                  </a:cubicBezTo>
                  <a:cubicBezTo>
                    <a:pt x="91440" y="517276"/>
                    <a:pt x="140970" y="547756"/>
                    <a:pt x="189439" y="547756"/>
                  </a:cubicBezTo>
                  <a:lnTo>
                    <a:pt x="338163" y="547756"/>
                  </a:lnTo>
                  <a:cubicBezTo>
                    <a:pt x="425793" y="547756"/>
                    <a:pt x="496913" y="476636"/>
                    <a:pt x="496913" y="389006"/>
                  </a:cubicBezTo>
                  <a:lnTo>
                    <a:pt x="496913" y="201930"/>
                  </a:lnTo>
                  <a:cubicBezTo>
                    <a:pt x="496913" y="149860"/>
                    <a:pt x="471513" y="104140"/>
                    <a:pt x="433413" y="74930"/>
                  </a:cubicBezTo>
                  <a:close/>
                  <a:moveTo>
                    <a:pt x="12700" y="345826"/>
                  </a:moveTo>
                  <a:lnTo>
                    <a:pt x="12700" y="158750"/>
                  </a:lnTo>
                  <a:cubicBezTo>
                    <a:pt x="12700" y="78740"/>
                    <a:pt x="78740" y="12700"/>
                    <a:pt x="158750" y="12700"/>
                  </a:cubicBezTo>
                  <a:lnTo>
                    <a:pt x="298793" y="12700"/>
                  </a:lnTo>
                  <a:cubicBezTo>
                    <a:pt x="378803" y="12700"/>
                    <a:pt x="444843" y="78740"/>
                    <a:pt x="444843" y="158750"/>
                  </a:cubicBezTo>
                  <a:lnTo>
                    <a:pt x="444843" y="345826"/>
                  </a:lnTo>
                  <a:cubicBezTo>
                    <a:pt x="444843" y="425836"/>
                    <a:pt x="378803" y="491876"/>
                    <a:pt x="298793" y="491876"/>
                  </a:cubicBezTo>
                  <a:lnTo>
                    <a:pt x="158750" y="491876"/>
                  </a:lnTo>
                  <a:cubicBezTo>
                    <a:pt x="78740" y="491876"/>
                    <a:pt x="12700" y="427106"/>
                    <a:pt x="12700" y="345826"/>
                  </a:cubicBezTo>
                  <a:close/>
                  <a:moveTo>
                    <a:pt x="485483" y="389006"/>
                  </a:moveTo>
                  <a:cubicBezTo>
                    <a:pt x="485483" y="469016"/>
                    <a:pt x="418173" y="535056"/>
                    <a:pt x="338163" y="535056"/>
                  </a:cubicBezTo>
                  <a:lnTo>
                    <a:pt x="189439" y="535056"/>
                  </a:lnTo>
                  <a:cubicBezTo>
                    <a:pt x="157480" y="535056"/>
                    <a:pt x="120650" y="518546"/>
                    <a:pt x="93980" y="490606"/>
                  </a:cubicBezTo>
                  <a:cubicBezTo>
                    <a:pt x="114300" y="499496"/>
                    <a:pt x="135890" y="504576"/>
                    <a:pt x="160020" y="504576"/>
                  </a:cubicBezTo>
                  <a:lnTo>
                    <a:pt x="300063" y="504576"/>
                  </a:lnTo>
                  <a:cubicBezTo>
                    <a:pt x="387693" y="504576"/>
                    <a:pt x="458813" y="433456"/>
                    <a:pt x="458813" y="345826"/>
                  </a:cubicBezTo>
                  <a:lnTo>
                    <a:pt x="458813" y="158750"/>
                  </a:lnTo>
                  <a:cubicBezTo>
                    <a:pt x="458813" y="140970"/>
                    <a:pt x="455003" y="123190"/>
                    <a:pt x="449923" y="106680"/>
                  </a:cubicBezTo>
                  <a:cubicBezTo>
                    <a:pt x="471513" y="132080"/>
                    <a:pt x="485483" y="165100"/>
                    <a:pt x="485483" y="201930"/>
                  </a:cubicBezTo>
                  <a:lnTo>
                    <a:pt x="485483" y="389006"/>
                  </a:lnTo>
                  <a:close/>
                </a:path>
              </a:pathLst>
            </a:custGeom>
            <a:solidFill>
              <a:srgbClr val="96A6A1"/>
            </a:solidFill>
          </p:spPr>
        </p:sp>
      </p:grpSp>
      <p:sp>
        <p:nvSpPr>
          <p:cNvPr name="AutoShape 60" id="60"/>
          <p:cNvSpPr/>
          <p:nvPr/>
        </p:nvSpPr>
        <p:spPr>
          <a:xfrm rot="0">
            <a:off x="1811760" y="6690535"/>
            <a:ext cx="4508784" cy="0"/>
          </a:xfrm>
          <a:prstGeom prst="line">
            <a:avLst/>
          </a:prstGeom>
          <a:ln cap="flat" w="9525">
            <a:solidFill>
              <a:srgbClr val="96A6A1"/>
            </a:solidFill>
            <a:prstDash val="lgDash"/>
            <a:headEnd type="none" len="sm" w="sm"/>
            <a:tailEnd type="none" len="sm" w="sm"/>
          </a:ln>
        </p:spPr>
      </p:sp>
      <p:grpSp>
        <p:nvGrpSpPr>
          <p:cNvPr name="Group 61" id="61"/>
          <p:cNvGrpSpPr/>
          <p:nvPr/>
        </p:nvGrpSpPr>
        <p:grpSpPr>
          <a:xfrm rot="0">
            <a:off x="1451856" y="6851825"/>
            <a:ext cx="205509" cy="226536"/>
            <a:chOff x="0" y="0"/>
            <a:chExt cx="496913" cy="547756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92710" y="106680"/>
              <a:ext cx="392773" cy="428376"/>
            </a:xfrm>
            <a:custGeom>
              <a:avLst/>
              <a:gdLst/>
              <a:ahLst/>
              <a:cxnLst/>
              <a:rect r="r" b="b" t="t" l="l"/>
              <a:pathLst>
                <a:path h="428376" w="392773">
                  <a:moveTo>
                    <a:pt x="366103" y="239146"/>
                  </a:moveTo>
                  <a:cubicBezTo>
                    <a:pt x="366103" y="326776"/>
                    <a:pt x="289903" y="397896"/>
                    <a:pt x="208623" y="397896"/>
                  </a:cubicBezTo>
                  <a:lnTo>
                    <a:pt x="66040" y="397896"/>
                  </a:lnTo>
                  <a:cubicBezTo>
                    <a:pt x="43180" y="397896"/>
                    <a:pt x="20320" y="392816"/>
                    <a:pt x="0" y="383926"/>
                  </a:cubicBezTo>
                  <a:cubicBezTo>
                    <a:pt x="26670" y="411866"/>
                    <a:pt x="63500" y="428376"/>
                    <a:pt x="96630" y="428376"/>
                  </a:cubicBezTo>
                  <a:lnTo>
                    <a:pt x="246723" y="428376"/>
                  </a:lnTo>
                  <a:cubicBezTo>
                    <a:pt x="326733" y="428376"/>
                    <a:pt x="392773" y="362336"/>
                    <a:pt x="392773" y="282326"/>
                  </a:cubicBezTo>
                  <a:lnTo>
                    <a:pt x="392773" y="95250"/>
                  </a:lnTo>
                  <a:cubicBezTo>
                    <a:pt x="392773" y="58420"/>
                    <a:pt x="378803" y="25400"/>
                    <a:pt x="357213" y="0"/>
                  </a:cubicBezTo>
                  <a:cubicBezTo>
                    <a:pt x="363563" y="16510"/>
                    <a:pt x="366103" y="34290"/>
                    <a:pt x="366103" y="52070"/>
                  </a:cubicBezTo>
                  <a:lnTo>
                    <a:pt x="366103" y="239146"/>
                  </a:lnTo>
                  <a:close/>
                </a:path>
              </a:pathLst>
            </a:custGeom>
            <a:solidFill>
              <a:srgbClr val="96A6A1"/>
            </a:solidFill>
          </p:spPr>
        </p:sp>
        <p:sp>
          <p:nvSpPr>
            <p:cNvPr name="Freeform 63" id="63"/>
            <p:cNvSpPr/>
            <p:nvPr/>
          </p:nvSpPr>
          <p:spPr>
            <a:xfrm flipH="false" flipV="false" rot="0">
              <a:off x="12700" y="12700"/>
              <a:ext cx="432143" cy="479176"/>
            </a:xfrm>
            <a:custGeom>
              <a:avLst/>
              <a:gdLst/>
              <a:ahLst/>
              <a:cxnLst/>
              <a:rect r="r" b="b" t="t" l="l"/>
              <a:pathLst>
                <a:path h="479176" w="432143">
                  <a:moveTo>
                    <a:pt x="146050" y="479176"/>
                  </a:moveTo>
                  <a:lnTo>
                    <a:pt x="286093" y="479176"/>
                  </a:lnTo>
                  <a:cubicBezTo>
                    <a:pt x="366103" y="479176"/>
                    <a:pt x="432143" y="413136"/>
                    <a:pt x="432143" y="333126"/>
                  </a:cubicBezTo>
                  <a:lnTo>
                    <a:pt x="432143" y="146050"/>
                  </a:lnTo>
                  <a:cubicBezTo>
                    <a:pt x="432143" y="66040"/>
                    <a:pt x="366103" y="0"/>
                    <a:pt x="286093" y="0"/>
                  </a:cubicBezTo>
                  <a:lnTo>
                    <a:pt x="146050" y="0"/>
                  </a:lnTo>
                  <a:cubicBezTo>
                    <a:pt x="66040" y="0"/>
                    <a:pt x="0" y="66040"/>
                    <a:pt x="0" y="146050"/>
                  </a:cubicBezTo>
                  <a:lnTo>
                    <a:pt x="0" y="333126"/>
                  </a:lnTo>
                  <a:cubicBezTo>
                    <a:pt x="0" y="414406"/>
                    <a:pt x="66040" y="479176"/>
                    <a:pt x="146050" y="479176"/>
                  </a:cubicBezTo>
                  <a:close/>
                </a:path>
              </a:pathLst>
            </a:custGeom>
            <a:solidFill>
              <a:srgbClr val="F1EDE1"/>
            </a:solidFill>
          </p:spPr>
        </p:sp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496913" cy="547756"/>
            </a:xfrm>
            <a:custGeom>
              <a:avLst/>
              <a:gdLst/>
              <a:ahLst/>
              <a:cxnLst/>
              <a:rect r="r" b="b" t="t" l="l"/>
              <a:pathLst>
                <a:path h="547756" w="496913">
                  <a:moveTo>
                    <a:pt x="433413" y="74930"/>
                  </a:moveTo>
                  <a:cubicBezTo>
                    <a:pt x="405473" y="30480"/>
                    <a:pt x="355943" y="0"/>
                    <a:pt x="298793" y="0"/>
                  </a:cubicBezTo>
                  <a:lnTo>
                    <a:pt x="158750" y="0"/>
                  </a:lnTo>
                  <a:cubicBezTo>
                    <a:pt x="71120" y="0"/>
                    <a:pt x="0" y="71120"/>
                    <a:pt x="0" y="158750"/>
                  </a:cubicBezTo>
                  <a:lnTo>
                    <a:pt x="0" y="345826"/>
                  </a:lnTo>
                  <a:cubicBezTo>
                    <a:pt x="0" y="397896"/>
                    <a:pt x="25400" y="443616"/>
                    <a:pt x="63500" y="472826"/>
                  </a:cubicBezTo>
                  <a:cubicBezTo>
                    <a:pt x="91440" y="517276"/>
                    <a:pt x="140970" y="547756"/>
                    <a:pt x="189439" y="547756"/>
                  </a:cubicBezTo>
                  <a:lnTo>
                    <a:pt x="338163" y="547756"/>
                  </a:lnTo>
                  <a:cubicBezTo>
                    <a:pt x="425793" y="547756"/>
                    <a:pt x="496913" y="476636"/>
                    <a:pt x="496913" y="389006"/>
                  </a:cubicBezTo>
                  <a:lnTo>
                    <a:pt x="496913" y="201930"/>
                  </a:lnTo>
                  <a:cubicBezTo>
                    <a:pt x="496913" y="149860"/>
                    <a:pt x="471513" y="104140"/>
                    <a:pt x="433413" y="74930"/>
                  </a:cubicBezTo>
                  <a:close/>
                  <a:moveTo>
                    <a:pt x="12700" y="345826"/>
                  </a:moveTo>
                  <a:lnTo>
                    <a:pt x="12700" y="158750"/>
                  </a:lnTo>
                  <a:cubicBezTo>
                    <a:pt x="12700" y="78740"/>
                    <a:pt x="78740" y="12700"/>
                    <a:pt x="158750" y="12700"/>
                  </a:cubicBezTo>
                  <a:lnTo>
                    <a:pt x="298793" y="12700"/>
                  </a:lnTo>
                  <a:cubicBezTo>
                    <a:pt x="378803" y="12700"/>
                    <a:pt x="444843" y="78740"/>
                    <a:pt x="444843" y="158750"/>
                  </a:cubicBezTo>
                  <a:lnTo>
                    <a:pt x="444843" y="345826"/>
                  </a:lnTo>
                  <a:cubicBezTo>
                    <a:pt x="444843" y="425836"/>
                    <a:pt x="378803" y="491876"/>
                    <a:pt x="298793" y="491876"/>
                  </a:cubicBezTo>
                  <a:lnTo>
                    <a:pt x="158750" y="491876"/>
                  </a:lnTo>
                  <a:cubicBezTo>
                    <a:pt x="78740" y="491876"/>
                    <a:pt x="12700" y="427106"/>
                    <a:pt x="12700" y="345826"/>
                  </a:cubicBezTo>
                  <a:close/>
                  <a:moveTo>
                    <a:pt x="485483" y="389006"/>
                  </a:moveTo>
                  <a:cubicBezTo>
                    <a:pt x="485483" y="469016"/>
                    <a:pt x="418173" y="535056"/>
                    <a:pt x="338163" y="535056"/>
                  </a:cubicBezTo>
                  <a:lnTo>
                    <a:pt x="189439" y="535056"/>
                  </a:lnTo>
                  <a:cubicBezTo>
                    <a:pt x="157480" y="535056"/>
                    <a:pt x="120650" y="518546"/>
                    <a:pt x="93980" y="490606"/>
                  </a:cubicBezTo>
                  <a:cubicBezTo>
                    <a:pt x="114300" y="499496"/>
                    <a:pt x="135890" y="504576"/>
                    <a:pt x="160020" y="504576"/>
                  </a:cubicBezTo>
                  <a:lnTo>
                    <a:pt x="300063" y="504576"/>
                  </a:lnTo>
                  <a:cubicBezTo>
                    <a:pt x="387693" y="504576"/>
                    <a:pt x="458813" y="433456"/>
                    <a:pt x="458813" y="345826"/>
                  </a:cubicBezTo>
                  <a:lnTo>
                    <a:pt x="458813" y="158750"/>
                  </a:lnTo>
                  <a:cubicBezTo>
                    <a:pt x="458813" y="140970"/>
                    <a:pt x="455003" y="123190"/>
                    <a:pt x="449923" y="106680"/>
                  </a:cubicBezTo>
                  <a:cubicBezTo>
                    <a:pt x="471513" y="132080"/>
                    <a:pt x="485483" y="165100"/>
                    <a:pt x="485483" y="201930"/>
                  </a:cubicBezTo>
                  <a:lnTo>
                    <a:pt x="485483" y="389006"/>
                  </a:lnTo>
                  <a:close/>
                </a:path>
              </a:pathLst>
            </a:custGeom>
            <a:solidFill>
              <a:srgbClr val="96A6A1"/>
            </a:solidFill>
          </p:spPr>
        </p:sp>
      </p:grpSp>
      <p:sp>
        <p:nvSpPr>
          <p:cNvPr name="AutoShape 65" id="65"/>
          <p:cNvSpPr/>
          <p:nvPr/>
        </p:nvSpPr>
        <p:spPr>
          <a:xfrm rot="0">
            <a:off x="1811760" y="7119482"/>
            <a:ext cx="4508784" cy="0"/>
          </a:xfrm>
          <a:prstGeom prst="line">
            <a:avLst/>
          </a:prstGeom>
          <a:ln cap="flat" w="9525">
            <a:solidFill>
              <a:srgbClr val="96A6A1"/>
            </a:solidFill>
            <a:prstDash val="lgDash"/>
            <a:headEnd type="none" len="sm" w="sm"/>
            <a:tailEnd type="none" len="sm" w="sm"/>
          </a:ln>
        </p:spPr>
      </p:sp>
      <p:grpSp>
        <p:nvGrpSpPr>
          <p:cNvPr name="Group 66" id="66"/>
          <p:cNvGrpSpPr/>
          <p:nvPr/>
        </p:nvGrpSpPr>
        <p:grpSpPr>
          <a:xfrm rot="0">
            <a:off x="1451856" y="7280772"/>
            <a:ext cx="205509" cy="226536"/>
            <a:chOff x="0" y="0"/>
            <a:chExt cx="496913" cy="547756"/>
          </a:xfrm>
        </p:grpSpPr>
        <p:sp>
          <p:nvSpPr>
            <p:cNvPr name="Freeform 67" id="67"/>
            <p:cNvSpPr/>
            <p:nvPr/>
          </p:nvSpPr>
          <p:spPr>
            <a:xfrm flipH="false" flipV="false" rot="0">
              <a:off x="92710" y="106680"/>
              <a:ext cx="392773" cy="428376"/>
            </a:xfrm>
            <a:custGeom>
              <a:avLst/>
              <a:gdLst/>
              <a:ahLst/>
              <a:cxnLst/>
              <a:rect r="r" b="b" t="t" l="l"/>
              <a:pathLst>
                <a:path h="428376" w="392773">
                  <a:moveTo>
                    <a:pt x="366103" y="239146"/>
                  </a:moveTo>
                  <a:cubicBezTo>
                    <a:pt x="366103" y="326776"/>
                    <a:pt x="289903" y="397896"/>
                    <a:pt x="208623" y="397896"/>
                  </a:cubicBezTo>
                  <a:lnTo>
                    <a:pt x="66040" y="397896"/>
                  </a:lnTo>
                  <a:cubicBezTo>
                    <a:pt x="43180" y="397896"/>
                    <a:pt x="20320" y="392816"/>
                    <a:pt x="0" y="383926"/>
                  </a:cubicBezTo>
                  <a:cubicBezTo>
                    <a:pt x="26670" y="411866"/>
                    <a:pt x="63500" y="428376"/>
                    <a:pt x="96630" y="428376"/>
                  </a:cubicBezTo>
                  <a:lnTo>
                    <a:pt x="246723" y="428376"/>
                  </a:lnTo>
                  <a:cubicBezTo>
                    <a:pt x="326733" y="428376"/>
                    <a:pt x="392773" y="362336"/>
                    <a:pt x="392773" y="282326"/>
                  </a:cubicBezTo>
                  <a:lnTo>
                    <a:pt x="392773" y="95250"/>
                  </a:lnTo>
                  <a:cubicBezTo>
                    <a:pt x="392773" y="58420"/>
                    <a:pt x="378803" y="25400"/>
                    <a:pt x="357213" y="0"/>
                  </a:cubicBezTo>
                  <a:cubicBezTo>
                    <a:pt x="363563" y="16510"/>
                    <a:pt x="366103" y="34290"/>
                    <a:pt x="366103" y="52070"/>
                  </a:cubicBezTo>
                  <a:lnTo>
                    <a:pt x="366103" y="239146"/>
                  </a:lnTo>
                  <a:close/>
                </a:path>
              </a:pathLst>
            </a:custGeom>
            <a:solidFill>
              <a:srgbClr val="96A6A1"/>
            </a:solidFill>
          </p:spPr>
        </p:sp>
        <p:sp>
          <p:nvSpPr>
            <p:cNvPr name="Freeform 68" id="68"/>
            <p:cNvSpPr/>
            <p:nvPr/>
          </p:nvSpPr>
          <p:spPr>
            <a:xfrm flipH="false" flipV="false" rot="0">
              <a:off x="12700" y="12700"/>
              <a:ext cx="432143" cy="479176"/>
            </a:xfrm>
            <a:custGeom>
              <a:avLst/>
              <a:gdLst/>
              <a:ahLst/>
              <a:cxnLst/>
              <a:rect r="r" b="b" t="t" l="l"/>
              <a:pathLst>
                <a:path h="479176" w="432143">
                  <a:moveTo>
                    <a:pt x="146050" y="479176"/>
                  </a:moveTo>
                  <a:lnTo>
                    <a:pt x="286093" y="479176"/>
                  </a:lnTo>
                  <a:cubicBezTo>
                    <a:pt x="366103" y="479176"/>
                    <a:pt x="432143" y="413136"/>
                    <a:pt x="432143" y="333126"/>
                  </a:cubicBezTo>
                  <a:lnTo>
                    <a:pt x="432143" y="146050"/>
                  </a:lnTo>
                  <a:cubicBezTo>
                    <a:pt x="432143" y="66040"/>
                    <a:pt x="366103" y="0"/>
                    <a:pt x="286093" y="0"/>
                  </a:cubicBezTo>
                  <a:lnTo>
                    <a:pt x="146050" y="0"/>
                  </a:lnTo>
                  <a:cubicBezTo>
                    <a:pt x="66040" y="0"/>
                    <a:pt x="0" y="66040"/>
                    <a:pt x="0" y="146050"/>
                  </a:cubicBezTo>
                  <a:lnTo>
                    <a:pt x="0" y="333126"/>
                  </a:lnTo>
                  <a:cubicBezTo>
                    <a:pt x="0" y="414406"/>
                    <a:pt x="66040" y="479176"/>
                    <a:pt x="146050" y="479176"/>
                  </a:cubicBezTo>
                  <a:close/>
                </a:path>
              </a:pathLst>
            </a:custGeom>
            <a:solidFill>
              <a:srgbClr val="F1EDE1"/>
            </a:solidFill>
          </p:spPr>
        </p:sp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496913" cy="547756"/>
            </a:xfrm>
            <a:custGeom>
              <a:avLst/>
              <a:gdLst/>
              <a:ahLst/>
              <a:cxnLst/>
              <a:rect r="r" b="b" t="t" l="l"/>
              <a:pathLst>
                <a:path h="547756" w="496913">
                  <a:moveTo>
                    <a:pt x="433413" y="74930"/>
                  </a:moveTo>
                  <a:cubicBezTo>
                    <a:pt x="405473" y="30480"/>
                    <a:pt x="355943" y="0"/>
                    <a:pt x="298793" y="0"/>
                  </a:cubicBezTo>
                  <a:lnTo>
                    <a:pt x="158750" y="0"/>
                  </a:lnTo>
                  <a:cubicBezTo>
                    <a:pt x="71120" y="0"/>
                    <a:pt x="0" y="71120"/>
                    <a:pt x="0" y="158750"/>
                  </a:cubicBezTo>
                  <a:lnTo>
                    <a:pt x="0" y="345826"/>
                  </a:lnTo>
                  <a:cubicBezTo>
                    <a:pt x="0" y="397896"/>
                    <a:pt x="25400" y="443616"/>
                    <a:pt x="63500" y="472826"/>
                  </a:cubicBezTo>
                  <a:cubicBezTo>
                    <a:pt x="91440" y="517276"/>
                    <a:pt x="140970" y="547756"/>
                    <a:pt x="189439" y="547756"/>
                  </a:cubicBezTo>
                  <a:lnTo>
                    <a:pt x="338163" y="547756"/>
                  </a:lnTo>
                  <a:cubicBezTo>
                    <a:pt x="425793" y="547756"/>
                    <a:pt x="496913" y="476636"/>
                    <a:pt x="496913" y="389006"/>
                  </a:cubicBezTo>
                  <a:lnTo>
                    <a:pt x="496913" y="201930"/>
                  </a:lnTo>
                  <a:cubicBezTo>
                    <a:pt x="496913" y="149860"/>
                    <a:pt x="471513" y="104140"/>
                    <a:pt x="433413" y="74930"/>
                  </a:cubicBezTo>
                  <a:close/>
                  <a:moveTo>
                    <a:pt x="12700" y="345826"/>
                  </a:moveTo>
                  <a:lnTo>
                    <a:pt x="12700" y="158750"/>
                  </a:lnTo>
                  <a:cubicBezTo>
                    <a:pt x="12700" y="78740"/>
                    <a:pt x="78740" y="12700"/>
                    <a:pt x="158750" y="12700"/>
                  </a:cubicBezTo>
                  <a:lnTo>
                    <a:pt x="298793" y="12700"/>
                  </a:lnTo>
                  <a:cubicBezTo>
                    <a:pt x="378803" y="12700"/>
                    <a:pt x="444843" y="78740"/>
                    <a:pt x="444843" y="158750"/>
                  </a:cubicBezTo>
                  <a:lnTo>
                    <a:pt x="444843" y="345826"/>
                  </a:lnTo>
                  <a:cubicBezTo>
                    <a:pt x="444843" y="425836"/>
                    <a:pt x="378803" y="491876"/>
                    <a:pt x="298793" y="491876"/>
                  </a:cubicBezTo>
                  <a:lnTo>
                    <a:pt x="158750" y="491876"/>
                  </a:lnTo>
                  <a:cubicBezTo>
                    <a:pt x="78740" y="491876"/>
                    <a:pt x="12700" y="427106"/>
                    <a:pt x="12700" y="345826"/>
                  </a:cubicBezTo>
                  <a:close/>
                  <a:moveTo>
                    <a:pt x="485483" y="389006"/>
                  </a:moveTo>
                  <a:cubicBezTo>
                    <a:pt x="485483" y="469016"/>
                    <a:pt x="418173" y="535056"/>
                    <a:pt x="338163" y="535056"/>
                  </a:cubicBezTo>
                  <a:lnTo>
                    <a:pt x="189439" y="535056"/>
                  </a:lnTo>
                  <a:cubicBezTo>
                    <a:pt x="157480" y="535056"/>
                    <a:pt x="120650" y="518546"/>
                    <a:pt x="93980" y="490606"/>
                  </a:cubicBezTo>
                  <a:cubicBezTo>
                    <a:pt x="114300" y="499496"/>
                    <a:pt x="135890" y="504576"/>
                    <a:pt x="160020" y="504576"/>
                  </a:cubicBezTo>
                  <a:lnTo>
                    <a:pt x="300063" y="504576"/>
                  </a:lnTo>
                  <a:cubicBezTo>
                    <a:pt x="387693" y="504576"/>
                    <a:pt x="458813" y="433456"/>
                    <a:pt x="458813" y="345826"/>
                  </a:cubicBezTo>
                  <a:lnTo>
                    <a:pt x="458813" y="158750"/>
                  </a:lnTo>
                  <a:cubicBezTo>
                    <a:pt x="458813" y="140970"/>
                    <a:pt x="455003" y="123190"/>
                    <a:pt x="449923" y="106680"/>
                  </a:cubicBezTo>
                  <a:cubicBezTo>
                    <a:pt x="471513" y="132080"/>
                    <a:pt x="485483" y="165100"/>
                    <a:pt x="485483" y="201930"/>
                  </a:cubicBezTo>
                  <a:lnTo>
                    <a:pt x="485483" y="389006"/>
                  </a:lnTo>
                  <a:close/>
                </a:path>
              </a:pathLst>
            </a:custGeom>
            <a:solidFill>
              <a:srgbClr val="96A6A1"/>
            </a:solidFill>
          </p:spPr>
        </p:sp>
      </p:grpSp>
      <p:sp>
        <p:nvSpPr>
          <p:cNvPr name="AutoShape 70" id="70"/>
          <p:cNvSpPr/>
          <p:nvPr/>
        </p:nvSpPr>
        <p:spPr>
          <a:xfrm rot="0">
            <a:off x="1811760" y="7548429"/>
            <a:ext cx="4508784" cy="0"/>
          </a:xfrm>
          <a:prstGeom prst="line">
            <a:avLst/>
          </a:prstGeom>
          <a:ln cap="flat" w="9525">
            <a:solidFill>
              <a:srgbClr val="96A6A1"/>
            </a:solidFill>
            <a:prstDash val="lgDash"/>
            <a:headEnd type="none" len="sm" w="sm"/>
            <a:tailEnd type="none" len="sm" w="sm"/>
          </a:ln>
        </p:spPr>
      </p:sp>
      <p:grpSp>
        <p:nvGrpSpPr>
          <p:cNvPr name="Group 71" id="71"/>
          <p:cNvGrpSpPr/>
          <p:nvPr/>
        </p:nvGrpSpPr>
        <p:grpSpPr>
          <a:xfrm rot="0">
            <a:off x="1451856" y="7709719"/>
            <a:ext cx="205509" cy="226536"/>
            <a:chOff x="0" y="0"/>
            <a:chExt cx="496913" cy="547756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92710" y="106680"/>
              <a:ext cx="392773" cy="428376"/>
            </a:xfrm>
            <a:custGeom>
              <a:avLst/>
              <a:gdLst/>
              <a:ahLst/>
              <a:cxnLst/>
              <a:rect r="r" b="b" t="t" l="l"/>
              <a:pathLst>
                <a:path h="428376" w="392773">
                  <a:moveTo>
                    <a:pt x="366103" y="239146"/>
                  </a:moveTo>
                  <a:cubicBezTo>
                    <a:pt x="366103" y="326776"/>
                    <a:pt x="289903" y="397896"/>
                    <a:pt x="208623" y="397896"/>
                  </a:cubicBezTo>
                  <a:lnTo>
                    <a:pt x="66040" y="397896"/>
                  </a:lnTo>
                  <a:cubicBezTo>
                    <a:pt x="43180" y="397896"/>
                    <a:pt x="20320" y="392816"/>
                    <a:pt x="0" y="383926"/>
                  </a:cubicBezTo>
                  <a:cubicBezTo>
                    <a:pt x="26670" y="411866"/>
                    <a:pt x="63500" y="428376"/>
                    <a:pt x="96630" y="428376"/>
                  </a:cubicBezTo>
                  <a:lnTo>
                    <a:pt x="246723" y="428376"/>
                  </a:lnTo>
                  <a:cubicBezTo>
                    <a:pt x="326733" y="428376"/>
                    <a:pt x="392773" y="362336"/>
                    <a:pt x="392773" y="282326"/>
                  </a:cubicBezTo>
                  <a:lnTo>
                    <a:pt x="392773" y="95250"/>
                  </a:lnTo>
                  <a:cubicBezTo>
                    <a:pt x="392773" y="58420"/>
                    <a:pt x="378803" y="25400"/>
                    <a:pt x="357213" y="0"/>
                  </a:cubicBezTo>
                  <a:cubicBezTo>
                    <a:pt x="363563" y="16510"/>
                    <a:pt x="366103" y="34290"/>
                    <a:pt x="366103" y="52070"/>
                  </a:cubicBezTo>
                  <a:lnTo>
                    <a:pt x="366103" y="239146"/>
                  </a:lnTo>
                  <a:close/>
                </a:path>
              </a:pathLst>
            </a:custGeom>
            <a:solidFill>
              <a:srgbClr val="96A6A1"/>
            </a:solidFill>
          </p:spPr>
        </p:sp>
        <p:sp>
          <p:nvSpPr>
            <p:cNvPr name="Freeform 73" id="73"/>
            <p:cNvSpPr/>
            <p:nvPr/>
          </p:nvSpPr>
          <p:spPr>
            <a:xfrm flipH="false" flipV="false" rot="0">
              <a:off x="12700" y="12700"/>
              <a:ext cx="432143" cy="479176"/>
            </a:xfrm>
            <a:custGeom>
              <a:avLst/>
              <a:gdLst/>
              <a:ahLst/>
              <a:cxnLst/>
              <a:rect r="r" b="b" t="t" l="l"/>
              <a:pathLst>
                <a:path h="479176" w="432143">
                  <a:moveTo>
                    <a:pt x="146050" y="479176"/>
                  </a:moveTo>
                  <a:lnTo>
                    <a:pt x="286093" y="479176"/>
                  </a:lnTo>
                  <a:cubicBezTo>
                    <a:pt x="366103" y="479176"/>
                    <a:pt x="432143" y="413136"/>
                    <a:pt x="432143" y="333126"/>
                  </a:cubicBezTo>
                  <a:lnTo>
                    <a:pt x="432143" y="146050"/>
                  </a:lnTo>
                  <a:cubicBezTo>
                    <a:pt x="432143" y="66040"/>
                    <a:pt x="366103" y="0"/>
                    <a:pt x="286093" y="0"/>
                  </a:cubicBezTo>
                  <a:lnTo>
                    <a:pt x="146050" y="0"/>
                  </a:lnTo>
                  <a:cubicBezTo>
                    <a:pt x="66040" y="0"/>
                    <a:pt x="0" y="66040"/>
                    <a:pt x="0" y="146050"/>
                  </a:cubicBezTo>
                  <a:lnTo>
                    <a:pt x="0" y="333126"/>
                  </a:lnTo>
                  <a:cubicBezTo>
                    <a:pt x="0" y="414406"/>
                    <a:pt x="66040" y="479176"/>
                    <a:pt x="146050" y="479176"/>
                  </a:cubicBezTo>
                  <a:close/>
                </a:path>
              </a:pathLst>
            </a:custGeom>
            <a:solidFill>
              <a:srgbClr val="F1EDE1"/>
            </a:solidFill>
          </p:spPr>
        </p:sp>
        <p:sp>
          <p:nvSpPr>
            <p:cNvPr name="Freeform 74" id="74"/>
            <p:cNvSpPr/>
            <p:nvPr/>
          </p:nvSpPr>
          <p:spPr>
            <a:xfrm flipH="false" flipV="false" rot="0">
              <a:off x="0" y="0"/>
              <a:ext cx="496913" cy="547756"/>
            </a:xfrm>
            <a:custGeom>
              <a:avLst/>
              <a:gdLst/>
              <a:ahLst/>
              <a:cxnLst/>
              <a:rect r="r" b="b" t="t" l="l"/>
              <a:pathLst>
                <a:path h="547756" w="496913">
                  <a:moveTo>
                    <a:pt x="433413" y="74930"/>
                  </a:moveTo>
                  <a:cubicBezTo>
                    <a:pt x="405473" y="30480"/>
                    <a:pt x="355943" y="0"/>
                    <a:pt x="298793" y="0"/>
                  </a:cubicBezTo>
                  <a:lnTo>
                    <a:pt x="158750" y="0"/>
                  </a:lnTo>
                  <a:cubicBezTo>
                    <a:pt x="71120" y="0"/>
                    <a:pt x="0" y="71120"/>
                    <a:pt x="0" y="158750"/>
                  </a:cubicBezTo>
                  <a:lnTo>
                    <a:pt x="0" y="345826"/>
                  </a:lnTo>
                  <a:cubicBezTo>
                    <a:pt x="0" y="397896"/>
                    <a:pt x="25400" y="443616"/>
                    <a:pt x="63500" y="472826"/>
                  </a:cubicBezTo>
                  <a:cubicBezTo>
                    <a:pt x="91440" y="517276"/>
                    <a:pt x="140970" y="547756"/>
                    <a:pt x="189439" y="547756"/>
                  </a:cubicBezTo>
                  <a:lnTo>
                    <a:pt x="338163" y="547756"/>
                  </a:lnTo>
                  <a:cubicBezTo>
                    <a:pt x="425793" y="547756"/>
                    <a:pt x="496913" y="476636"/>
                    <a:pt x="496913" y="389006"/>
                  </a:cubicBezTo>
                  <a:lnTo>
                    <a:pt x="496913" y="201930"/>
                  </a:lnTo>
                  <a:cubicBezTo>
                    <a:pt x="496913" y="149860"/>
                    <a:pt x="471513" y="104140"/>
                    <a:pt x="433413" y="74930"/>
                  </a:cubicBezTo>
                  <a:close/>
                  <a:moveTo>
                    <a:pt x="12700" y="345826"/>
                  </a:moveTo>
                  <a:lnTo>
                    <a:pt x="12700" y="158750"/>
                  </a:lnTo>
                  <a:cubicBezTo>
                    <a:pt x="12700" y="78740"/>
                    <a:pt x="78740" y="12700"/>
                    <a:pt x="158750" y="12700"/>
                  </a:cubicBezTo>
                  <a:lnTo>
                    <a:pt x="298793" y="12700"/>
                  </a:lnTo>
                  <a:cubicBezTo>
                    <a:pt x="378803" y="12700"/>
                    <a:pt x="444843" y="78740"/>
                    <a:pt x="444843" y="158750"/>
                  </a:cubicBezTo>
                  <a:lnTo>
                    <a:pt x="444843" y="345826"/>
                  </a:lnTo>
                  <a:cubicBezTo>
                    <a:pt x="444843" y="425836"/>
                    <a:pt x="378803" y="491876"/>
                    <a:pt x="298793" y="491876"/>
                  </a:cubicBezTo>
                  <a:lnTo>
                    <a:pt x="158750" y="491876"/>
                  </a:lnTo>
                  <a:cubicBezTo>
                    <a:pt x="78740" y="491876"/>
                    <a:pt x="12700" y="427106"/>
                    <a:pt x="12700" y="345826"/>
                  </a:cubicBezTo>
                  <a:close/>
                  <a:moveTo>
                    <a:pt x="485483" y="389006"/>
                  </a:moveTo>
                  <a:cubicBezTo>
                    <a:pt x="485483" y="469016"/>
                    <a:pt x="418173" y="535056"/>
                    <a:pt x="338163" y="535056"/>
                  </a:cubicBezTo>
                  <a:lnTo>
                    <a:pt x="189439" y="535056"/>
                  </a:lnTo>
                  <a:cubicBezTo>
                    <a:pt x="157480" y="535056"/>
                    <a:pt x="120650" y="518546"/>
                    <a:pt x="93980" y="490606"/>
                  </a:cubicBezTo>
                  <a:cubicBezTo>
                    <a:pt x="114300" y="499496"/>
                    <a:pt x="135890" y="504576"/>
                    <a:pt x="160020" y="504576"/>
                  </a:cubicBezTo>
                  <a:lnTo>
                    <a:pt x="300063" y="504576"/>
                  </a:lnTo>
                  <a:cubicBezTo>
                    <a:pt x="387693" y="504576"/>
                    <a:pt x="458813" y="433456"/>
                    <a:pt x="458813" y="345826"/>
                  </a:cubicBezTo>
                  <a:lnTo>
                    <a:pt x="458813" y="158750"/>
                  </a:lnTo>
                  <a:cubicBezTo>
                    <a:pt x="458813" y="140970"/>
                    <a:pt x="455003" y="123190"/>
                    <a:pt x="449923" y="106680"/>
                  </a:cubicBezTo>
                  <a:cubicBezTo>
                    <a:pt x="471513" y="132080"/>
                    <a:pt x="485483" y="165100"/>
                    <a:pt x="485483" y="201930"/>
                  </a:cubicBezTo>
                  <a:lnTo>
                    <a:pt x="485483" y="389006"/>
                  </a:lnTo>
                  <a:close/>
                </a:path>
              </a:pathLst>
            </a:custGeom>
            <a:solidFill>
              <a:srgbClr val="96A6A1"/>
            </a:solidFill>
          </p:spPr>
        </p:sp>
      </p:grpSp>
      <p:sp>
        <p:nvSpPr>
          <p:cNvPr name="AutoShape 75" id="75"/>
          <p:cNvSpPr/>
          <p:nvPr/>
        </p:nvSpPr>
        <p:spPr>
          <a:xfrm rot="0">
            <a:off x="1811760" y="7977376"/>
            <a:ext cx="4508784" cy="0"/>
          </a:xfrm>
          <a:prstGeom prst="line">
            <a:avLst/>
          </a:prstGeom>
          <a:ln cap="flat" w="9525">
            <a:solidFill>
              <a:srgbClr val="96A6A1"/>
            </a:solidFill>
            <a:prstDash val="lgDash"/>
            <a:headEnd type="none" len="sm" w="sm"/>
            <a:tailEnd type="none" len="sm" w="sm"/>
          </a:ln>
        </p:spPr>
      </p:sp>
      <p:grpSp>
        <p:nvGrpSpPr>
          <p:cNvPr name="Group 76" id="76"/>
          <p:cNvGrpSpPr/>
          <p:nvPr/>
        </p:nvGrpSpPr>
        <p:grpSpPr>
          <a:xfrm rot="0">
            <a:off x="1451856" y="8138666"/>
            <a:ext cx="205509" cy="226536"/>
            <a:chOff x="0" y="0"/>
            <a:chExt cx="496913" cy="547756"/>
          </a:xfrm>
        </p:grpSpPr>
        <p:sp>
          <p:nvSpPr>
            <p:cNvPr name="Freeform 77" id="77"/>
            <p:cNvSpPr/>
            <p:nvPr/>
          </p:nvSpPr>
          <p:spPr>
            <a:xfrm flipH="false" flipV="false" rot="0">
              <a:off x="92710" y="106680"/>
              <a:ext cx="392773" cy="428376"/>
            </a:xfrm>
            <a:custGeom>
              <a:avLst/>
              <a:gdLst/>
              <a:ahLst/>
              <a:cxnLst/>
              <a:rect r="r" b="b" t="t" l="l"/>
              <a:pathLst>
                <a:path h="428376" w="392773">
                  <a:moveTo>
                    <a:pt x="366103" y="239146"/>
                  </a:moveTo>
                  <a:cubicBezTo>
                    <a:pt x="366103" y="326776"/>
                    <a:pt x="289903" y="397896"/>
                    <a:pt x="208623" y="397896"/>
                  </a:cubicBezTo>
                  <a:lnTo>
                    <a:pt x="66040" y="397896"/>
                  </a:lnTo>
                  <a:cubicBezTo>
                    <a:pt x="43180" y="397896"/>
                    <a:pt x="20320" y="392816"/>
                    <a:pt x="0" y="383926"/>
                  </a:cubicBezTo>
                  <a:cubicBezTo>
                    <a:pt x="26670" y="411866"/>
                    <a:pt x="63500" y="428376"/>
                    <a:pt x="96630" y="428376"/>
                  </a:cubicBezTo>
                  <a:lnTo>
                    <a:pt x="246723" y="428376"/>
                  </a:lnTo>
                  <a:cubicBezTo>
                    <a:pt x="326733" y="428376"/>
                    <a:pt x="392773" y="362336"/>
                    <a:pt x="392773" y="282326"/>
                  </a:cubicBezTo>
                  <a:lnTo>
                    <a:pt x="392773" y="95250"/>
                  </a:lnTo>
                  <a:cubicBezTo>
                    <a:pt x="392773" y="58420"/>
                    <a:pt x="378803" y="25400"/>
                    <a:pt x="357213" y="0"/>
                  </a:cubicBezTo>
                  <a:cubicBezTo>
                    <a:pt x="363563" y="16510"/>
                    <a:pt x="366103" y="34290"/>
                    <a:pt x="366103" y="52070"/>
                  </a:cubicBezTo>
                  <a:lnTo>
                    <a:pt x="366103" y="239146"/>
                  </a:lnTo>
                  <a:close/>
                </a:path>
              </a:pathLst>
            </a:custGeom>
            <a:solidFill>
              <a:srgbClr val="96A6A1"/>
            </a:solidFill>
          </p:spPr>
        </p:sp>
        <p:sp>
          <p:nvSpPr>
            <p:cNvPr name="Freeform 78" id="78"/>
            <p:cNvSpPr/>
            <p:nvPr/>
          </p:nvSpPr>
          <p:spPr>
            <a:xfrm flipH="false" flipV="false" rot="0">
              <a:off x="12700" y="12700"/>
              <a:ext cx="432143" cy="479176"/>
            </a:xfrm>
            <a:custGeom>
              <a:avLst/>
              <a:gdLst/>
              <a:ahLst/>
              <a:cxnLst/>
              <a:rect r="r" b="b" t="t" l="l"/>
              <a:pathLst>
                <a:path h="479176" w="432143">
                  <a:moveTo>
                    <a:pt x="146050" y="479176"/>
                  </a:moveTo>
                  <a:lnTo>
                    <a:pt x="286093" y="479176"/>
                  </a:lnTo>
                  <a:cubicBezTo>
                    <a:pt x="366103" y="479176"/>
                    <a:pt x="432143" y="413136"/>
                    <a:pt x="432143" y="333126"/>
                  </a:cubicBezTo>
                  <a:lnTo>
                    <a:pt x="432143" y="146050"/>
                  </a:lnTo>
                  <a:cubicBezTo>
                    <a:pt x="432143" y="66040"/>
                    <a:pt x="366103" y="0"/>
                    <a:pt x="286093" y="0"/>
                  </a:cubicBezTo>
                  <a:lnTo>
                    <a:pt x="146050" y="0"/>
                  </a:lnTo>
                  <a:cubicBezTo>
                    <a:pt x="66040" y="0"/>
                    <a:pt x="0" y="66040"/>
                    <a:pt x="0" y="146050"/>
                  </a:cubicBezTo>
                  <a:lnTo>
                    <a:pt x="0" y="333126"/>
                  </a:lnTo>
                  <a:cubicBezTo>
                    <a:pt x="0" y="414406"/>
                    <a:pt x="66040" y="479176"/>
                    <a:pt x="146050" y="479176"/>
                  </a:cubicBezTo>
                  <a:close/>
                </a:path>
              </a:pathLst>
            </a:custGeom>
            <a:solidFill>
              <a:srgbClr val="F1EDE1"/>
            </a:solidFill>
          </p:spPr>
        </p:sp>
        <p:sp>
          <p:nvSpPr>
            <p:cNvPr name="Freeform 79" id="79"/>
            <p:cNvSpPr/>
            <p:nvPr/>
          </p:nvSpPr>
          <p:spPr>
            <a:xfrm flipH="false" flipV="false" rot="0">
              <a:off x="0" y="0"/>
              <a:ext cx="496913" cy="547756"/>
            </a:xfrm>
            <a:custGeom>
              <a:avLst/>
              <a:gdLst/>
              <a:ahLst/>
              <a:cxnLst/>
              <a:rect r="r" b="b" t="t" l="l"/>
              <a:pathLst>
                <a:path h="547756" w="496913">
                  <a:moveTo>
                    <a:pt x="433413" y="74930"/>
                  </a:moveTo>
                  <a:cubicBezTo>
                    <a:pt x="405473" y="30480"/>
                    <a:pt x="355943" y="0"/>
                    <a:pt x="298793" y="0"/>
                  </a:cubicBezTo>
                  <a:lnTo>
                    <a:pt x="158750" y="0"/>
                  </a:lnTo>
                  <a:cubicBezTo>
                    <a:pt x="71120" y="0"/>
                    <a:pt x="0" y="71120"/>
                    <a:pt x="0" y="158750"/>
                  </a:cubicBezTo>
                  <a:lnTo>
                    <a:pt x="0" y="345826"/>
                  </a:lnTo>
                  <a:cubicBezTo>
                    <a:pt x="0" y="397896"/>
                    <a:pt x="25400" y="443616"/>
                    <a:pt x="63500" y="472826"/>
                  </a:cubicBezTo>
                  <a:cubicBezTo>
                    <a:pt x="91440" y="517276"/>
                    <a:pt x="140970" y="547756"/>
                    <a:pt x="189439" y="547756"/>
                  </a:cubicBezTo>
                  <a:lnTo>
                    <a:pt x="338163" y="547756"/>
                  </a:lnTo>
                  <a:cubicBezTo>
                    <a:pt x="425793" y="547756"/>
                    <a:pt x="496913" y="476636"/>
                    <a:pt x="496913" y="389006"/>
                  </a:cubicBezTo>
                  <a:lnTo>
                    <a:pt x="496913" y="201930"/>
                  </a:lnTo>
                  <a:cubicBezTo>
                    <a:pt x="496913" y="149860"/>
                    <a:pt x="471513" y="104140"/>
                    <a:pt x="433413" y="74930"/>
                  </a:cubicBezTo>
                  <a:close/>
                  <a:moveTo>
                    <a:pt x="12700" y="345826"/>
                  </a:moveTo>
                  <a:lnTo>
                    <a:pt x="12700" y="158750"/>
                  </a:lnTo>
                  <a:cubicBezTo>
                    <a:pt x="12700" y="78740"/>
                    <a:pt x="78740" y="12700"/>
                    <a:pt x="158750" y="12700"/>
                  </a:cubicBezTo>
                  <a:lnTo>
                    <a:pt x="298793" y="12700"/>
                  </a:lnTo>
                  <a:cubicBezTo>
                    <a:pt x="378803" y="12700"/>
                    <a:pt x="444843" y="78740"/>
                    <a:pt x="444843" y="158750"/>
                  </a:cubicBezTo>
                  <a:lnTo>
                    <a:pt x="444843" y="345826"/>
                  </a:lnTo>
                  <a:cubicBezTo>
                    <a:pt x="444843" y="425836"/>
                    <a:pt x="378803" y="491876"/>
                    <a:pt x="298793" y="491876"/>
                  </a:cubicBezTo>
                  <a:lnTo>
                    <a:pt x="158750" y="491876"/>
                  </a:lnTo>
                  <a:cubicBezTo>
                    <a:pt x="78740" y="491876"/>
                    <a:pt x="12700" y="427106"/>
                    <a:pt x="12700" y="345826"/>
                  </a:cubicBezTo>
                  <a:close/>
                  <a:moveTo>
                    <a:pt x="485483" y="389006"/>
                  </a:moveTo>
                  <a:cubicBezTo>
                    <a:pt x="485483" y="469016"/>
                    <a:pt x="418173" y="535056"/>
                    <a:pt x="338163" y="535056"/>
                  </a:cubicBezTo>
                  <a:lnTo>
                    <a:pt x="189439" y="535056"/>
                  </a:lnTo>
                  <a:cubicBezTo>
                    <a:pt x="157480" y="535056"/>
                    <a:pt x="120650" y="518546"/>
                    <a:pt x="93980" y="490606"/>
                  </a:cubicBezTo>
                  <a:cubicBezTo>
                    <a:pt x="114300" y="499496"/>
                    <a:pt x="135890" y="504576"/>
                    <a:pt x="160020" y="504576"/>
                  </a:cubicBezTo>
                  <a:lnTo>
                    <a:pt x="300063" y="504576"/>
                  </a:lnTo>
                  <a:cubicBezTo>
                    <a:pt x="387693" y="504576"/>
                    <a:pt x="458813" y="433456"/>
                    <a:pt x="458813" y="345826"/>
                  </a:cubicBezTo>
                  <a:lnTo>
                    <a:pt x="458813" y="158750"/>
                  </a:lnTo>
                  <a:cubicBezTo>
                    <a:pt x="458813" y="140970"/>
                    <a:pt x="455003" y="123190"/>
                    <a:pt x="449923" y="106680"/>
                  </a:cubicBezTo>
                  <a:cubicBezTo>
                    <a:pt x="471513" y="132080"/>
                    <a:pt x="485483" y="165100"/>
                    <a:pt x="485483" y="201930"/>
                  </a:cubicBezTo>
                  <a:lnTo>
                    <a:pt x="485483" y="389006"/>
                  </a:lnTo>
                  <a:close/>
                </a:path>
              </a:pathLst>
            </a:custGeom>
            <a:solidFill>
              <a:srgbClr val="96A6A1"/>
            </a:solidFill>
          </p:spPr>
        </p:sp>
      </p:grpSp>
      <p:sp>
        <p:nvSpPr>
          <p:cNvPr name="AutoShape 80" id="80"/>
          <p:cNvSpPr/>
          <p:nvPr/>
        </p:nvSpPr>
        <p:spPr>
          <a:xfrm rot="0">
            <a:off x="1811760" y="8406324"/>
            <a:ext cx="4508784" cy="0"/>
          </a:xfrm>
          <a:prstGeom prst="line">
            <a:avLst/>
          </a:prstGeom>
          <a:ln cap="flat" w="9525">
            <a:solidFill>
              <a:srgbClr val="96A6A1"/>
            </a:solidFill>
            <a:prstDash val="lgDash"/>
            <a:headEnd type="none" len="sm" w="sm"/>
            <a:tailEnd type="none" len="sm" w="sm"/>
          </a:ln>
        </p:spPr>
      </p:sp>
      <p:grpSp>
        <p:nvGrpSpPr>
          <p:cNvPr name="Group 81" id="81"/>
          <p:cNvGrpSpPr/>
          <p:nvPr/>
        </p:nvGrpSpPr>
        <p:grpSpPr>
          <a:xfrm rot="0">
            <a:off x="1451856" y="8567614"/>
            <a:ext cx="205509" cy="226536"/>
            <a:chOff x="0" y="0"/>
            <a:chExt cx="496913" cy="547756"/>
          </a:xfrm>
        </p:grpSpPr>
        <p:sp>
          <p:nvSpPr>
            <p:cNvPr name="Freeform 82" id="82"/>
            <p:cNvSpPr/>
            <p:nvPr/>
          </p:nvSpPr>
          <p:spPr>
            <a:xfrm flipH="false" flipV="false" rot="0">
              <a:off x="92710" y="106680"/>
              <a:ext cx="392773" cy="428376"/>
            </a:xfrm>
            <a:custGeom>
              <a:avLst/>
              <a:gdLst/>
              <a:ahLst/>
              <a:cxnLst/>
              <a:rect r="r" b="b" t="t" l="l"/>
              <a:pathLst>
                <a:path h="428376" w="392773">
                  <a:moveTo>
                    <a:pt x="366103" y="239146"/>
                  </a:moveTo>
                  <a:cubicBezTo>
                    <a:pt x="366103" y="326776"/>
                    <a:pt x="289903" y="397896"/>
                    <a:pt x="208623" y="397896"/>
                  </a:cubicBezTo>
                  <a:lnTo>
                    <a:pt x="66040" y="397896"/>
                  </a:lnTo>
                  <a:cubicBezTo>
                    <a:pt x="43180" y="397896"/>
                    <a:pt x="20320" y="392816"/>
                    <a:pt x="0" y="383926"/>
                  </a:cubicBezTo>
                  <a:cubicBezTo>
                    <a:pt x="26670" y="411866"/>
                    <a:pt x="63500" y="428376"/>
                    <a:pt x="96630" y="428376"/>
                  </a:cubicBezTo>
                  <a:lnTo>
                    <a:pt x="246723" y="428376"/>
                  </a:lnTo>
                  <a:cubicBezTo>
                    <a:pt x="326733" y="428376"/>
                    <a:pt x="392773" y="362336"/>
                    <a:pt x="392773" y="282326"/>
                  </a:cubicBezTo>
                  <a:lnTo>
                    <a:pt x="392773" y="95250"/>
                  </a:lnTo>
                  <a:cubicBezTo>
                    <a:pt x="392773" y="58420"/>
                    <a:pt x="378803" y="25400"/>
                    <a:pt x="357213" y="0"/>
                  </a:cubicBezTo>
                  <a:cubicBezTo>
                    <a:pt x="363563" y="16510"/>
                    <a:pt x="366103" y="34290"/>
                    <a:pt x="366103" y="52070"/>
                  </a:cubicBezTo>
                  <a:lnTo>
                    <a:pt x="366103" y="239146"/>
                  </a:lnTo>
                  <a:close/>
                </a:path>
              </a:pathLst>
            </a:custGeom>
            <a:solidFill>
              <a:srgbClr val="96A6A1"/>
            </a:solidFill>
          </p:spPr>
        </p:sp>
        <p:sp>
          <p:nvSpPr>
            <p:cNvPr name="Freeform 83" id="83"/>
            <p:cNvSpPr/>
            <p:nvPr/>
          </p:nvSpPr>
          <p:spPr>
            <a:xfrm flipH="false" flipV="false" rot="0">
              <a:off x="12700" y="12700"/>
              <a:ext cx="432143" cy="479176"/>
            </a:xfrm>
            <a:custGeom>
              <a:avLst/>
              <a:gdLst/>
              <a:ahLst/>
              <a:cxnLst/>
              <a:rect r="r" b="b" t="t" l="l"/>
              <a:pathLst>
                <a:path h="479176" w="432143">
                  <a:moveTo>
                    <a:pt x="146050" y="479176"/>
                  </a:moveTo>
                  <a:lnTo>
                    <a:pt x="286093" y="479176"/>
                  </a:lnTo>
                  <a:cubicBezTo>
                    <a:pt x="366103" y="479176"/>
                    <a:pt x="432143" y="413136"/>
                    <a:pt x="432143" y="333126"/>
                  </a:cubicBezTo>
                  <a:lnTo>
                    <a:pt x="432143" y="146050"/>
                  </a:lnTo>
                  <a:cubicBezTo>
                    <a:pt x="432143" y="66040"/>
                    <a:pt x="366103" y="0"/>
                    <a:pt x="286093" y="0"/>
                  </a:cubicBezTo>
                  <a:lnTo>
                    <a:pt x="146050" y="0"/>
                  </a:lnTo>
                  <a:cubicBezTo>
                    <a:pt x="66040" y="0"/>
                    <a:pt x="0" y="66040"/>
                    <a:pt x="0" y="146050"/>
                  </a:cubicBezTo>
                  <a:lnTo>
                    <a:pt x="0" y="333126"/>
                  </a:lnTo>
                  <a:cubicBezTo>
                    <a:pt x="0" y="414406"/>
                    <a:pt x="66040" y="479176"/>
                    <a:pt x="146050" y="479176"/>
                  </a:cubicBezTo>
                  <a:close/>
                </a:path>
              </a:pathLst>
            </a:custGeom>
            <a:solidFill>
              <a:srgbClr val="F1EDE1"/>
            </a:solidFill>
          </p:spPr>
        </p:sp>
        <p:sp>
          <p:nvSpPr>
            <p:cNvPr name="Freeform 84" id="84"/>
            <p:cNvSpPr/>
            <p:nvPr/>
          </p:nvSpPr>
          <p:spPr>
            <a:xfrm flipH="false" flipV="false" rot="0">
              <a:off x="0" y="0"/>
              <a:ext cx="496913" cy="547756"/>
            </a:xfrm>
            <a:custGeom>
              <a:avLst/>
              <a:gdLst/>
              <a:ahLst/>
              <a:cxnLst/>
              <a:rect r="r" b="b" t="t" l="l"/>
              <a:pathLst>
                <a:path h="547756" w="496913">
                  <a:moveTo>
                    <a:pt x="433413" y="74930"/>
                  </a:moveTo>
                  <a:cubicBezTo>
                    <a:pt x="405473" y="30480"/>
                    <a:pt x="355943" y="0"/>
                    <a:pt x="298793" y="0"/>
                  </a:cubicBezTo>
                  <a:lnTo>
                    <a:pt x="158750" y="0"/>
                  </a:lnTo>
                  <a:cubicBezTo>
                    <a:pt x="71120" y="0"/>
                    <a:pt x="0" y="71120"/>
                    <a:pt x="0" y="158750"/>
                  </a:cubicBezTo>
                  <a:lnTo>
                    <a:pt x="0" y="345826"/>
                  </a:lnTo>
                  <a:cubicBezTo>
                    <a:pt x="0" y="397896"/>
                    <a:pt x="25400" y="443616"/>
                    <a:pt x="63500" y="472826"/>
                  </a:cubicBezTo>
                  <a:cubicBezTo>
                    <a:pt x="91440" y="517276"/>
                    <a:pt x="140970" y="547756"/>
                    <a:pt x="189439" y="547756"/>
                  </a:cubicBezTo>
                  <a:lnTo>
                    <a:pt x="338163" y="547756"/>
                  </a:lnTo>
                  <a:cubicBezTo>
                    <a:pt x="425793" y="547756"/>
                    <a:pt x="496913" y="476636"/>
                    <a:pt x="496913" y="389006"/>
                  </a:cubicBezTo>
                  <a:lnTo>
                    <a:pt x="496913" y="201930"/>
                  </a:lnTo>
                  <a:cubicBezTo>
                    <a:pt x="496913" y="149860"/>
                    <a:pt x="471513" y="104140"/>
                    <a:pt x="433413" y="74930"/>
                  </a:cubicBezTo>
                  <a:close/>
                  <a:moveTo>
                    <a:pt x="12700" y="345826"/>
                  </a:moveTo>
                  <a:lnTo>
                    <a:pt x="12700" y="158750"/>
                  </a:lnTo>
                  <a:cubicBezTo>
                    <a:pt x="12700" y="78740"/>
                    <a:pt x="78740" y="12700"/>
                    <a:pt x="158750" y="12700"/>
                  </a:cubicBezTo>
                  <a:lnTo>
                    <a:pt x="298793" y="12700"/>
                  </a:lnTo>
                  <a:cubicBezTo>
                    <a:pt x="378803" y="12700"/>
                    <a:pt x="444843" y="78740"/>
                    <a:pt x="444843" y="158750"/>
                  </a:cubicBezTo>
                  <a:lnTo>
                    <a:pt x="444843" y="345826"/>
                  </a:lnTo>
                  <a:cubicBezTo>
                    <a:pt x="444843" y="425836"/>
                    <a:pt x="378803" y="491876"/>
                    <a:pt x="298793" y="491876"/>
                  </a:cubicBezTo>
                  <a:lnTo>
                    <a:pt x="158750" y="491876"/>
                  </a:lnTo>
                  <a:cubicBezTo>
                    <a:pt x="78740" y="491876"/>
                    <a:pt x="12700" y="427106"/>
                    <a:pt x="12700" y="345826"/>
                  </a:cubicBezTo>
                  <a:close/>
                  <a:moveTo>
                    <a:pt x="485483" y="389006"/>
                  </a:moveTo>
                  <a:cubicBezTo>
                    <a:pt x="485483" y="469016"/>
                    <a:pt x="418173" y="535056"/>
                    <a:pt x="338163" y="535056"/>
                  </a:cubicBezTo>
                  <a:lnTo>
                    <a:pt x="189439" y="535056"/>
                  </a:lnTo>
                  <a:cubicBezTo>
                    <a:pt x="157480" y="535056"/>
                    <a:pt x="120650" y="518546"/>
                    <a:pt x="93980" y="490606"/>
                  </a:cubicBezTo>
                  <a:cubicBezTo>
                    <a:pt x="114300" y="499496"/>
                    <a:pt x="135890" y="504576"/>
                    <a:pt x="160020" y="504576"/>
                  </a:cubicBezTo>
                  <a:lnTo>
                    <a:pt x="300063" y="504576"/>
                  </a:lnTo>
                  <a:cubicBezTo>
                    <a:pt x="387693" y="504576"/>
                    <a:pt x="458813" y="433456"/>
                    <a:pt x="458813" y="345826"/>
                  </a:cubicBezTo>
                  <a:lnTo>
                    <a:pt x="458813" y="158750"/>
                  </a:lnTo>
                  <a:cubicBezTo>
                    <a:pt x="458813" y="140970"/>
                    <a:pt x="455003" y="123190"/>
                    <a:pt x="449923" y="106680"/>
                  </a:cubicBezTo>
                  <a:cubicBezTo>
                    <a:pt x="471513" y="132080"/>
                    <a:pt x="485483" y="165100"/>
                    <a:pt x="485483" y="201930"/>
                  </a:cubicBezTo>
                  <a:lnTo>
                    <a:pt x="485483" y="389006"/>
                  </a:lnTo>
                  <a:close/>
                </a:path>
              </a:pathLst>
            </a:custGeom>
            <a:solidFill>
              <a:srgbClr val="96A6A1"/>
            </a:solidFill>
          </p:spPr>
        </p:sp>
      </p:grpSp>
      <p:sp>
        <p:nvSpPr>
          <p:cNvPr name="AutoShape 85" id="85"/>
          <p:cNvSpPr/>
          <p:nvPr/>
        </p:nvSpPr>
        <p:spPr>
          <a:xfrm rot="0">
            <a:off x="1811760" y="8835271"/>
            <a:ext cx="4508784" cy="0"/>
          </a:xfrm>
          <a:prstGeom prst="line">
            <a:avLst/>
          </a:prstGeom>
          <a:ln cap="flat" w="9525">
            <a:solidFill>
              <a:srgbClr val="96A6A1"/>
            </a:solidFill>
            <a:prstDash val="lgDash"/>
            <a:headEnd type="none" len="sm" w="sm"/>
            <a:tailEnd type="none" len="sm" w="sm"/>
          </a:ln>
        </p:spPr>
      </p:sp>
      <p:sp>
        <p:nvSpPr>
          <p:cNvPr name="TextBox 86" id="86"/>
          <p:cNvSpPr txBox="true"/>
          <p:nvPr/>
        </p:nvSpPr>
        <p:spPr>
          <a:xfrm rot="0">
            <a:off x="1811760" y="2037245"/>
            <a:ext cx="3851225" cy="3682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5:20 Me despierta mi alarma. </a:t>
            </a:r>
          </a:p>
        </p:txBody>
      </p:sp>
      <p:sp>
        <p:nvSpPr>
          <p:cNvPr name="TextBox 87" id="87"/>
          <p:cNvSpPr txBox="true"/>
          <p:nvPr/>
        </p:nvSpPr>
        <p:spPr>
          <a:xfrm rot="0">
            <a:off x="1811760" y="2402530"/>
            <a:ext cx="3780383" cy="3682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5:30 Me levanto de mi cama. </a:t>
            </a:r>
          </a:p>
        </p:txBody>
      </p:sp>
      <p:sp>
        <p:nvSpPr>
          <p:cNvPr name="TextBox 88" id="88"/>
          <p:cNvSpPr txBox="true"/>
          <p:nvPr/>
        </p:nvSpPr>
        <p:spPr>
          <a:xfrm rot="0">
            <a:off x="1811760" y="2849537"/>
            <a:ext cx="4346377" cy="3682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5:35 Termino de doblar mi cama. </a:t>
            </a:r>
          </a:p>
        </p:txBody>
      </p:sp>
      <p:sp>
        <p:nvSpPr>
          <p:cNvPr name="TextBox 89" id="89"/>
          <p:cNvSpPr txBox="true"/>
          <p:nvPr/>
        </p:nvSpPr>
        <p:spPr>
          <a:xfrm rot="0">
            <a:off x="1811760" y="3278484"/>
            <a:ext cx="2820591" cy="3682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5:40 Me doy un baño. </a:t>
            </a:r>
          </a:p>
        </p:txBody>
      </p:sp>
      <p:sp>
        <p:nvSpPr>
          <p:cNvPr name="TextBox 90" id="90"/>
          <p:cNvSpPr txBox="true"/>
          <p:nvPr/>
        </p:nvSpPr>
        <p:spPr>
          <a:xfrm rot="0">
            <a:off x="1811760" y="3697148"/>
            <a:ext cx="3825329" cy="3682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5:50 Termino de cambiarme. </a:t>
            </a:r>
          </a:p>
        </p:txBody>
      </p:sp>
      <p:sp>
        <p:nvSpPr>
          <p:cNvPr name="TextBox 91" id="91"/>
          <p:cNvSpPr txBox="true"/>
          <p:nvPr/>
        </p:nvSpPr>
        <p:spPr>
          <a:xfrm rot="0">
            <a:off x="1811760" y="4126095"/>
            <a:ext cx="4616053" cy="3682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5:55 Me cepillo el pelo y me lo seco. </a:t>
            </a:r>
          </a:p>
        </p:txBody>
      </p:sp>
      <p:sp>
        <p:nvSpPr>
          <p:cNvPr name="TextBox 92" id="92"/>
          <p:cNvSpPr txBox="true"/>
          <p:nvPr/>
        </p:nvSpPr>
        <p:spPr>
          <a:xfrm rot="0">
            <a:off x="1811760" y="4564567"/>
            <a:ext cx="4863852" cy="3092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80"/>
              </a:lnSpc>
            </a:pPr>
            <a:r>
              <a:rPr lang="en-US" sz="1700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6:00 Me pongo crema alrededor de mi cara. </a:t>
            </a:r>
          </a:p>
        </p:txBody>
      </p:sp>
      <p:sp>
        <p:nvSpPr>
          <p:cNvPr name="TextBox 93" id="93"/>
          <p:cNvSpPr txBox="true"/>
          <p:nvPr/>
        </p:nvSpPr>
        <p:spPr>
          <a:xfrm rot="0">
            <a:off x="1811760" y="4974464"/>
            <a:ext cx="3875931" cy="3682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6:05 Me empiezo a maquillar. </a:t>
            </a:r>
          </a:p>
        </p:txBody>
      </p:sp>
      <p:sp>
        <p:nvSpPr>
          <p:cNvPr name="TextBox 94" id="94"/>
          <p:cNvSpPr txBox="true"/>
          <p:nvPr/>
        </p:nvSpPr>
        <p:spPr>
          <a:xfrm rot="0">
            <a:off x="1811760" y="5422461"/>
            <a:ext cx="3374975" cy="3682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6:20 Me pongo mi joyería. </a:t>
            </a:r>
          </a:p>
        </p:txBody>
      </p:sp>
      <p:sp>
        <p:nvSpPr>
          <p:cNvPr name="TextBox 95" id="95"/>
          <p:cNvSpPr txBox="true"/>
          <p:nvPr/>
        </p:nvSpPr>
        <p:spPr>
          <a:xfrm rot="0">
            <a:off x="1811760" y="5879983"/>
            <a:ext cx="3650159" cy="3682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6:25 Me pongo mis zapatos. </a:t>
            </a:r>
          </a:p>
        </p:txBody>
      </p:sp>
      <p:sp>
        <p:nvSpPr>
          <p:cNvPr name="TextBox 96" id="96"/>
          <p:cNvSpPr txBox="true"/>
          <p:nvPr/>
        </p:nvSpPr>
        <p:spPr>
          <a:xfrm rot="0">
            <a:off x="1811760" y="6326716"/>
            <a:ext cx="3206948" cy="3682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6:30 Me lavo los dientes. </a:t>
            </a:r>
          </a:p>
        </p:txBody>
      </p:sp>
      <p:sp>
        <p:nvSpPr>
          <p:cNvPr name="TextBox 97" id="97"/>
          <p:cNvSpPr txBox="true"/>
          <p:nvPr/>
        </p:nvSpPr>
        <p:spPr>
          <a:xfrm rot="0">
            <a:off x="1817787" y="6773449"/>
            <a:ext cx="3194893" cy="3682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6:35 Me pongo perfume. </a:t>
            </a:r>
          </a:p>
        </p:txBody>
      </p:sp>
      <p:sp>
        <p:nvSpPr>
          <p:cNvPr name="TextBox 98" id="98"/>
          <p:cNvSpPr txBox="true"/>
          <p:nvPr/>
        </p:nvSpPr>
        <p:spPr>
          <a:xfrm rot="0">
            <a:off x="1811760" y="7151273"/>
            <a:ext cx="4890195" cy="3682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6:37 Termino de arreglar mi mochila . </a:t>
            </a:r>
          </a:p>
        </p:txBody>
      </p:sp>
      <p:sp>
        <p:nvSpPr>
          <p:cNvPr name="TextBox 99" id="99"/>
          <p:cNvSpPr txBox="true"/>
          <p:nvPr/>
        </p:nvSpPr>
        <p:spPr>
          <a:xfrm rot="0">
            <a:off x="1817787" y="7576722"/>
            <a:ext cx="2838004" cy="3682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6:40 Hago mi lonche . </a:t>
            </a:r>
          </a:p>
        </p:txBody>
      </p:sp>
      <p:sp>
        <p:nvSpPr>
          <p:cNvPr name="TextBox 100" id="100"/>
          <p:cNvSpPr txBox="true"/>
          <p:nvPr/>
        </p:nvSpPr>
        <p:spPr>
          <a:xfrm rot="0">
            <a:off x="1817787" y="7986619"/>
            <a:ext cx="4636443" cy="3682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6:50 Subo todas mis cosas al carro. </a:t>
            </a:r>
          </a:p>
        </p:txBody>
      </p:sp>
      <p:sp>
        <p:nvSpPr>
          <p:cNvPr name="TextBox 101" id="101"/>
          <p:cNvSpPr txBox="true"/>
          <p:nvPr/>
        </p:nvSpPr>
        <p:spPr>
          <a:xfrm rot="0">
            <a:off x="1817787" y="8406041"/>
            <a:ext cx="4663827" cy="3257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1800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7:00 Llego a mi Universidad/a mi salón . </a:t>
            </a:r>
          </a:p>
        </p:txBody>
      </p:sp>
      <p:sp>
        <p:nvSpPr>
          <p:cNvPr name="TextBox 102" id="102"/>
          <p:cNvSpPr txBox="true"/>
          <p:nvPr/>
        </p:nvSpPr>
        <p:spPr>
          <a:xfrm rot="0">
            <a:off x="2807271" y="923421"/>
            <a:ext cx="2157859" cy="3492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>
                <a:solidFill>
                  <a:srgbClr val="000000"/>
                </a:solidFill>
                <a:latin typeface="Fredoka"/>
                <a:ea typeface="Fredoka"/>
                <a:cs typeface="Fredoka"/>
                <a:sym typeface="Fredoka"/>
              </a:rPr>
              <a:t>Paso 3: Secuencia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bg>
      <p:bgPr>
        <a:solidFill>
          <a:srgbClr val="F1EDE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579787" y="213379"/>
            <a:ext cx="2612827" cy="3492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>
                <a:solidFill>
                  <a:srgbClr val="000000"/>
                </a:solidFill>
                <a:latin typeface="Fredoka"/>
                <a:ea typeface="Fredoka"/>
                <a:cs typeface="Fredoka"/>
                <a:sym typeface="Fredoka"/>
              </a:rPr>
              <a:t>Paso 4: Pseudocódigo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777240" y="901065"/>
            <a:ext cx="5147518" cy="8380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1679"/>
              </a:lnSpc>
              <a:spcBef>
                <a:spcPct val="0"/>
              </a:spcBef>
            </a:pPr>
          </a:p>
          <a:p>
            <a:pPr algn="just">
              <a:lnSpc>
                <a:spcPts val="1679"/>
              </a:lnSpc>
              <a:spcBef>
                <a:spcPct val="0"/>
              </a:spcBef>
            </a:pPr>
            <a:r>
              <a:rPr lang="en-US" sz="1200">
                <a:solidFill>
                  <a:srgbClr val="000000"/>
                </a:solidFill>
                <a:latin typeface="Fredoka"/>
                <a:ea typeface="Fredoka"/>
                <a:cs typeface="Fredoka"/>
                <a:sym typeface="Fredoka"/>
              </a:rPr>
              <a:t>Plaintext</a:t>
            </a:r>
          </a:p>
          <a:p>
            <a:pPr algn="just">
              <a:lnSpc>
                <a:spcPts val="1679"/>
              </a:lnSpc>
              <a:spcBef>
                <a:spcPct val="0"/>
              </a:spcBef>
            </a:pPr>
            <a:r>
              <a:rPr lang="en-US" sz="1200">
                <a:solidFill>
                  <a:srgbClr val="000000"/>
                </a:solidFill>
                <a:latin typeface="Fredoka"/>
                <a:ea typeface="Fredoka"/>
                <a:cs typeface="Fredoka"/>
                <a:sym typeface="Fredoka"/>
              </a:rPr>
              <a:t>Inicio</a:t>
            </a:r>
          </a:p>
          <a:p>
            <a:pPr algn="just">
              <a:lnSpc>
                <a:spcPts val="1679"/>
              </a:lnSpc>
              <a:spcBef>
                <a:spcPct val="0"/>
              </a:spcBef>
            </a:pPr>
            <a:r>
              <a:rPr lang="en-US" sz="1200">
                <a:solidFill>
                  <a:srgbClr val="000000"/>
                </a:solidFill>
                <a:latin typeface="Fredoka"/>
                <a:ea typeface="Fredoka"/>
                <a:cs typeface="Fredoka"/>
                <a:sym typeface="Fredoka"/>
              </a:rPr>
              <a:t>  Sonar la alarma</a:t>
            </a:r>
          </a:p>
          <a:p>
            <a:pPr algn="just">
              <a:lnSpc>
                <a:spcPts val="1679"/>
              </a:lnSpc>
              <a:spcBef>
                <a:spcPct val="0"/>
              </a:spcBef>
            </a:pPr>
            <a:r>
              <a:rPr lang="en-US" sz="1200">
                <a:solidFill>
                  <a:srgbClr val="000000"/>
                </a:solidFill>
                <a:latin typeface="Fredoka"/>
                <a:ea typeface="Fredoka"/>
                <a:cs typeface="Fredoka"/>
                <a:sym typeface="Fredoka"/>
              </a:rPr>
              <a:t>  Si ya son más de las 5:30 Entonces</a:t>
            </a:r>
          </a:p>
          <a:p>
            <a:pPr algn="just">
              <a:lnSpc>
                <a:spcPts val="1679"/>
              </a:lnSpc>
              <a:spcBef>
                <a:spcPct val="0"/>
              </a:spcBef>
            </a:pPr>
            <a:r>
              <a:rPr lang="en-US" sz="1200">
                <a:solidFill>
                  <a:srgbClr val="000000"/>
                </a:solidFill>
                <a:latin typeface="Fredoka"/>
                <a:ea typeface="Fredoka"/>
                <a:cs typeface="Fredoka"/>
                <a:sym typeface="Fredoka"/>
              </a:rPr>
              <a:t>    Levantarme de inmediato</a:t>
            </a:r>
          </a:p>
          <a:p>
            <a:pPr algn="just">
              <a:lnSpc>
                <a:spcPts val="1679"/>
              </a:lnSpc>
              <a:spcBef>
                <a:spcPct val="0"/>
              </a:spcBef>
            </a:pPr>
            <a:r>
              <a:rPr lang="en-US" sz="1200">
                <a:solidFill>
                  <a:srgbClr val="000000"/>
                </a:solidFill>
                <a:latin typeface="Fredoka"/>
                <a:ea typeface="Fredoka"/>
                <a:cs typeface="Fredoka"/>
                <a:sym typeface="Fredoka"/>
              </a:rPr>
              <a:t>  Sino</a:t>
            </a:r>
          </a:p>
          <a:p>
            <a:pPr algn="just">
              <a:lnSpc>
                <a:spcPts val="1679"/>
              </a:lnSpc>
              <a:spcBef>
                <a:spcPct val="0"/>
              </a:spcBef>
            </a:pPr>
            <a:r>
              <a:rPr lang="en-US" sz="1200">
                <a:solidFill>
                  <a:srgbClr val="000000"/>
                </a:solidFill>
                <a:latin typeface="Fredoka"/>
                <a:ea typeface="Fredoka"/>
                <a:cs typeface="Fredoka"/>
                <a:sym typeface="Fredoka"/>
              </a:rPr>
              <a:t>    Posponer la alarma 5 minutos</a:t>
            </a:r>
          </a:p>
          <a:p>
            <a:pPr algn="just">
              <a:lnSpc>
                <a:spcPts val="1679"/>
              </a:lnSpc>
              <a:spcBef>
                <a:spcPct val="0"/>
              </a:spcBef>
            </a:pPr>
            <a:r>
              <a:rPr lang="en-US" sz="1200">
                <a:solidFill>
                  <a:srgbClr val="000000"/>
                </a:solidFill>
                <a:latin typeface="Fredoka"/>
                <a:ea typeface="Fredoka"/>
                <a:cs typeface="Fredoka"/>
                <a:sym typeface="Fredoka"/>
              </a:rPr>
              <a:t>  FinSi</a:t>
            </a:r>
          </a:p>
          <a:p>
            <a:pPr algn="just">
              <a:lnSpc>
                <a:spcPts val="1679"/>
              </a:lnSpc>
              <a:spcBef>
                <a:spcPct val="0"/>
              </a:spcBef>
            </a:pPr>
            <a:r>
              <a:rPr lang="en-US" sz="1200">
                <a:solidFill>
                  <a:srgbClr val="000000"/>
                </a:solidFill>
                <a:latin typeface="Fredoka"/>
                <a:ea typeface="Fredoka"/>
                <a:cs typeface="Fredoka"/>
                <a:sym typeface="Fredoka"/>
              </a:rPr>
              <a:t>  Revisar la pila del celular</a:t>
            </a:r>
          </a:p>
          <a:p>
            <a:pPr algn="just">
              <a:lnSpc>
                <a:spcPts val="1679"/>
              </a:lnSpc>
              <a:spcBef>
                <a:spcPct val="0"/>
              </a:spcBef>
            </a:pPr>
            <a:r>
              <a:rPr lang="en-US" sz="1200">
                <a:solidFill>
                  <a:srgbClr val="000000"/>
                </a:solidFill>
                <a:latin typeface="Fredoka"/>
                <a:ea typeface="Fredoka"/>
                <a:cs typeface="Fredoka"/>
                <a:sym typeface="Fredoka"/>
              </a:rPr>
              <a:t>  Si la pila es menor a 50% Entonces</a:t>
            </a:r>
          </a:p>
          <a:p>
            <a:pPr algn="just">
              <a:lnSpc>
                <a:spcPts val="1679"/>
              </a:lnSpc>
              <a:spcBef>
                <a:spcPct val="0"/>
              </a:spcBef>
            </a:pPr>
            <a:r>
              <a:rPr lang="en-US" sz="1200">
                <a:solidFill>
                  <a:srgbClr val="000000"/>
                </a:solidFill>
                <a:latin typeface="Fredoka"/>
                <a:ea typeface="Fredoka"/>
                <a:cs typeface="Fredoka"/>
                <a:sym typeface="Fredoka"/>
              </a:rPr>
              <a:t>    Poner el celular a cargar</a:t>
            </a:r>
          </a:p>
          <a:p>
            <a:pPr algn="just">
              <a:lnSpc>
                <a:spcPts val="1679"/>
              </a:lnSpc>
              <a:spcBef>
                <a:spcPct val="0"/>
              </a:spcBef>
            </a:pPr>
            <a:r>
              <a:rPr lang="en-US" sz="1200">
                <a:solidFill>
                  <a:srgbClr val="000000"/>
                </a:solidFill>
                <a:latin typeface="Fredoka"/>
                <a:ea typeface="Fredoka"/>
                <a:cs typeface="Fredoka"/>
                <a:sym typeface="Fredoka"/>
              </a:rPr>
              <a:t>  FinSi</a:t>
            </a:r>
          </a:p>
          <a:p>
            <a:pPr algn="just">
              <a:lnSpc>
                <a:spcPts val="1679"/>
              </a:lnSpc>
              <a:spcBef>
                <a:spcPct val="0"/>
              </a:spcBef>
            </a:pPr>
            <a:r>
              <a:rPr lang="en-US" sz="1200">
                <a:solidFill>
                  <a:srgbClr val="000000"/>
                </a:solidFill>
                <a:latin typeface="Fredoka"/>
                <a:ea typeface="Fredoka"/>
                <a:cs typeface="Fredoka"/>
                <a:sym typeface="Fredoka"/>
              </a:rPr>
              <a:t>  Bañarme</a:t>
            </a:r>
          </a:p>
          <a:p>
            <a:pPr algn="just">
              <a:lnSpc>
                <a:spcPts val="1679"/>
              </a:lnSpc>
              <a:spcBef>
                <a:spcPct val="0"/>
              </a:spcBef>
            </a:pPr>
            <a:r>
              <a:rPr lang="en-US" sz="1200">
                <a:solidFill>
                  <a:srgbClr val="000000"/>
                </a:solidFill>
                <a:latin typeface="Fredoka"/>
                <a:ea typeface="Fredoka"/>
                <a:cs typeface="Fredoka"/>
                <a:sym typeface="Fredoka"/>
              </a:rPr>
              <a:t>  Revisar el clima</a:t>
            </a:r>
          </a:p>
          <a:p>
            <a:pPr algn="just">
              <a:lnSpc>
                <a:spcPts val="1679"/>
              </a:lnSpc>
              <a:spcBef>
                <a:spcPct val="0"/>
              </a:spcBef>
            </a:pPr>
            <a:r>
              <a:rPr lang="en-US" sz="1200">
                <a:solidFill>
                  <a:srgbClr val="000000"/>
                </a:solidFill>
                <a:latin typeface="Fredoka"/>
                <a:ea typeface="Fredoka"/>
                <a:cs typeface="Fredoka"/>
                <a:sym typeface="Fredoka"/>
              </a:rPr>
              <a:t>  Si hace frío Entonces</a:t>
            </a:r>
          </a:p>
          <a:p>
            <a:pPr algn="just">
              <a:lnSpc>
                <a:spcPts val="1679"/>
              </a:lnSpc>
              <a:spcBef>
                <a:spcPct val="0"/>
              </a:spcBef>
            </a:pPr>
            <a:r>
              <a:rPr lang="en-US" sz="1200">
                <a:solidFill>
                  <a:srgbClr val="000000"/>
                </a:solidFill>
                <a:latin typeface="Fredoka"/>
                <a:ea typeface="Fredoka"/>
                <a:cs typeface="Fredoka"/>
                <a:sym typeface="Fredoka"/>
              </a:rPr>
              <a:t>    Elegir ropa abrigadora</a:t>
            </a:r>
          </a:p>
          <a:p>
            <a:pPr algn="just">
              <a:lnSpc>
                <a:spcPts val="1679"/>
              </a:lnSpc>
              <a:spcBef>
                <a:spcPct val="0"/>
              </a:spcBef>
            </a:pPr>
            <a:r>
              <a:rPr lang="en-US" sz="1200">
                <a:solidFill>
                  <a:srgbClr val="000000"/>
                </a:solidFill>
                <a:latin typeface="Fredoka"/>
                <a:ea typeface="Fredoka"/>
                <a:cs typeface="Fredoka"/>
                <a:sym typeface="Fredoka"/>
              </a:rPr>
              <a:t>  Sino</a:t>
            </a:r>
          </a:p>
          <a:p>
            <a:pPr algn="just">
              <a:lnSpc>
                <a:spcPts val="1679"/>
              </a:lnSpc>
              <a:spcBef>
                <a:spcPct val="0"/>
              </a:spcBef>
            </a:pPr>
            <a:r>
              <a:rPr lang="en-US" sz="1200">
                <a:solidFill>
                  <a:srgbClr val="000000"/>
                </a:solidFill>
                <a:latin typeface="Fredoka"/>
                <a:ea typeface="Fredoka"/>
                <a:cs typeface="Fredoka"/>
                <a:sym typeface="Fredoka"/>
              </a:rPr>
              <a:t>    Elegir ropa fresca</a:t>
            </a:r>
          </a:p>
          <a:p>
            <a:pPr algn="just">
              <a:lnSpc>
                <a:spcPts val="1679"/>
              </a:lnSpc>
              <a:spcBef>
                <a:spcPct val="0"/>
              </a:spcBef>
            </a:pPr>
            <a:r>
              <a:rPr lang="en-US" sz="1200">
                <a:solidFill>
                  <a:srgbClr val="000000"/>
                </a:solidFill>
                <a:latin typeface="Fredoka"/>
                <a:ea typeface="Fredoka"/>
                <a:cs typeface="Fredoka"/>
                <a:sym typeface="Fredoka"/>
              </a:rPr>
              <a:t>  FinSi</a:t>
            </a:r>
          </a:p>
          <a:p>
            <a:pPr algn="just">
              <a:lnSpc>
                <a:spcPts val="1679"/>
              </a:lnSpc>
              <a:spcBef>
                <a:spcPct val="0"/>
              </a:spcBef>
            </a:pPr>
            <a:r>
              <a:rPr lang="en-US" sz="1200">
                <a:solidFill>
                  <a:srgbClr val="000000"/>
                </a:solidFill>
                <a:latin typeface="Fredoka"/>
                <a:ea typeface="Fredoka"/>
                <a:cs typeface="Fredoka"/>
                <a:sym typeface="Fredoka"/>
              </a:rPr>
              <a:t>  Vestirme</a:t>
            </a:r>
          </a:p>
          <a:p>
            <a:pPr algn="just">
              <a:lnSpc>
                <a:spcPts val="1679"/>
              </a:lnSpc>
              <a:spcBef>
                <a:spcPct val="0"/>
              </a:spcBef>
            </a:pPr>
            <a:r>
              <a:rPr lang="en-US" sz="1200">
                <a:solidFill>
                  <a:srgbClr val="000000"/>
                </a:solidFill>
                <a:latin typeface="Fredoka"/>
                <a:ea typeface="Fredoka"/>
                <a:cs typeface="Fredoka"/>
                <a:sym typeface="Fredoka"/>
              </a:rPr>
              <a:t>  Peinarme y maquillarme</a:t>
            </a:r>
          </a:p>
          <a:p>
            <a:pPr algn="just">
              <a:lnSpc>
                <a:spcPts val="1679"/>
              </a:lnSpc>
              <a:spcBef>
                <a:spcPct val="0"/>
              </a:spcBef>
            </a:pPr>
            <a:r>
              <a:rPr lang="en-US" sz="1200">
                <a:solidFill>
                  <a:srgbClr val="000000"/>
                </a:solidFill>
                <a:latin typeface="Fredoka"/>
                <a:ea typeface="Fredoka"/>
                <a:cs typeface="Fredoka"/>
                <a:sym typeface="Fredoka"/>
              </a:rPr>
              <a:t>  Si tengo más de 15 minutos libres Entonces</a:t>
            </a:r>
          </a:p>
          <a:p>
            <a:pPr algn="just">
              <a:lnSpc>
                <a:spcPts val="1679"/>
              </a:lnSpc>
              <a:spcBef>
                <a:spcPct val="0"/>
              </a:spcBef>
            </a:pPr>
            <a:r>
              <a:rPr lang="en-US" sz="1200">
                <a:solidFill>
                  <a:srgbClr val="000000"/>
                </a:solidFill>
                <a:latin typeface="Fredoka"/>
                <a:ea typeface="Fredoka"/>
                <a:cs typeface="Fredoka"/>
                <a:sym typeface="Fredoka"/>
              </a:rPr>
              <a:t>    Desayunar en casa</a:t>
            </a:r>
          </a:p>
          <a:p>
            <a:pPr algn="just">
              <a:lnSpc>
                <a:spcPts val="1679"/>
              </a:lnSpc>
              <a:spcBef>
                <a:spcPct val="0"/>
              </a:spcBef>
            </a:pPr>
            <a:r>
              <a:rPr lang="en-US" sz="1200">
                <a:solidFill>
                  <a:srgbClr val="000000"/>
                </a:solidFill>
                <a:latin typeface="Fredoka"/>
                <a:ea typeface="Fredoka"/>
                <a:cs typeface="Fredoka"/>
                <a:sym typeface="Fredoka"/>
              </a:rPr>
              <a:t>  Sino</a:t>
            </a:r>
          </a:p>
          <a:p>
            <a:pPr algn="just">
              <a:lnSpc>
                <a:spcPts val="1679"/>
              </a:lnSpc>
              <a:spcBef>
                <a:spcPct val="0"/>
              </a:spcBef>
            </a:pPr>
            <a:r>
              <a:rPr lang="en-US" sz="1200">
                <a:solidFill>
                  <a:srgbClr val="000000"/>
                </a:solidFill>
                <a:latin typeface="Fredoka"/>
                <a:ea typeface="Fredoka"/>
                <a:cs typeface="Fredoka"/>
                <a:sym typeface="Fredoka"/>
              </a:rPr>
              <a:t>    Llevarme una fruta o un pan</a:t>
            </a:r>
          </a:p>
          <a:p>
            <a:pPr algn="just">
              <a:lnSpc>
                <a:spcPts val="1679"/>
              </a:lnSpc>
              <a:spcBef>
                <a:spcPct val="0"/>
              </a:spcBef>
            </a:pPr>
            <a:r>
              <a:rPr lang="en-US" sz="1200">
                <a:solidFill>
                  <a:srgbClr val="000000"/>
                </a:solidFill>
                <a:latin typeface="Fredoka"/>
                <a:ea typeface="Fredoka"/>
                <a:cs typeface="Fredoka"/>
                <a:sym typeface="Fredoka"/>
              </a:rPr>
              <a:t>  FinSi</a:t>
            </a:r>
          </a:p>
          <a:p>
            <a:pPr algn="just">
              <a:lnSpc>
                <a:spcPts val="1679"/>
              </a:lnSpc>
              <a:spcBef>
                <a:spcPct val="0"/>
              </a:spcBef>
            </a:pPr>
            <a:r>
              <a:rPr lang="en-US" sz="1200">
                <a:solidFill>
                  <a:srgbClr val="000000"/>
                </a:solidFill>
                <a:latin typeface="Fredoka"/>
                <a:ea typeface="Fredoka"/>
                <a:cs typeface="Fredoka"/>
                <a:sym typeface="Fredoka"/>
              </a:rPr>
              <a:t>  Revisar la mochila</a:t>
            </a:r>
          </a:p>
          <a:p>
            <a:pPr algn="just">
              <a:lnSpc>
                <a:spcPts val="1679"/>
              </a:lnSpc>
              <a:spcBef>
                <a:spcPct val="0"/>
              </a:spcBef>
            </a:pPr>
            <a:r>
              <a:rPr lang="en-US" sz="1200">
                <a:solidFill>
                  <a:srgbClr val="000000"/>
                </a:solidFill>
                <a:latin typeface="Fredoka"/>
                <a:ea typeface="Fredoka"/>
                <a:cs typeface="Fredoka"/>
                <a:sym typeface="Fredoka"/>
              </a:rPr>
              <a:t>  Si falta algo (cuaderno, laptop, cargador, credencial, llaves) Entonces</a:t>
            </a:r>
          </a:p>
          <a:p>
            <a:pPr algn="just">
              <a:lnSpc>
                <a:spcPts val="1679"/>
              </a:lnSpc>
              <a:spcBef>
                <a:spcPct val="0"/>
              </a:spcBef>
            </a:pPr>
            <a:r>
              <a:rPr lang="en-US" sz="1200">
                <a:solidFill>
                  <a:srgbClr val="000000"/>
                </a:solidFill>
                <a:latin typeface="Fredoka"/>
                <a:ea typeface="Fredoka"/>
                <a:cs typeface="Fredoka"/>
                <a:sym typeface="Fredoka"/>
              </a:rPr>
              <a:t>    Guardarlo en la mochila</a:t>
            </a:r>
          </a:p>
          <a:p>
            <a:pPr algn="just">
              <a:lnSpc>
                <a:spcPts val="1679"/>
              </a:lnSpc>
              <a:spcBef>
                <a:spcPct val="0"/>
              </a:spcBef>
            </a:pPr>
            <a:r>
              <a:rPr lang="en-US" sz="1200">
                <a:solidFill>
                  <a:srgbClr val="000000"/>
                </a:solidFill>
                <a:latin typeface="Fredoka"/>
                <a:ea typeface="Fredoka"/>
                <a:cs typeface="Fredoka"/>
                <a:sym typeface="Fredoka"/>
              </a:rPr>
              <a:t>  FinSi</a:t>
            </a:r>
          </a:p>
          <a:p>
            <a:pPr algn="just">
              <a:lnSpc>
                <a:spcPts val="1679"/>
              </a:lnSpc>
              <a:spcBef>
                <a:spcPct val="0"/>
              </a:spcBef>
            </a:pPr>
            <a:r>
              <a:rPr lang="en-US" sz="1200">
                <a:solidFill>
                  <a:srgbClr val="000000"/>
                </a:solidFill>
                <a:latin typeface="Fredoka"/>
                <a:ea typeface="Fredoka"/>
                <a:cs typeface="Fredoka"/>
                <a:sym typeface="Fredoka"/>
              </a:rPr>
              <a:t>  Desconectar el celular y guardarlo</a:t>
            </a:r>
          </a:p>
          <a:p>
            <a:pPr algn="just">
              <a:lnSpc>
                <a:spcPts val="1679"/>
              </a:lnSpc>
              <a:spcBef>
                <a:spcPct val="0"/>
              </a:spcBef>
            </a:pPr>
            <a:r>
              <a:rPr lang="en-US" sz="1200">
                <a:solidFill>
                  <a:srgbClr val="000000"/>
                </a:solidFill>
                <a:latin typeface="Fredoka"/>
                <a:ea typeface="Fredoka"/>
                <a:cs typeface="Fredoka"/>
                <a:sym typeface="Fredoka"/>
              </a:rPr>
              <a:t>  Revisar la hora</a:t>
            </a:r>
          </a:p>
          <a:p>
            <a:pPr algn="just">
              <a:lnSpc>
                <a:spcPts val="1679"/>
              </a:lnSpc>
              <a:spcBef>
                <a:spcPct val="0"/>
              </a:spcBef>
            </a:pPr>
            <a:r>
              <a:rPr lang="en-US" sz="1200">
                <a:solidFill>
                  <a:srgbClr val="000000"/>
                </a:solidFill>
                <a:latin typeface="Fredoka"/>
                <a:ea typeface="Fredoka"/>
                <a:cs typeface="Fredoka"/>
                <a:sym typeface="Fredoka"/>
              </a:rPr>
              <a:t>  Si faltan más de 40 minutos para la clase Entonces</a:t>
            </a:r>
          </a:p>
          <a:p>
            <a:pPr algn="just">
              <a:lnSpc>
                <a:spcPts val="1679"/>
              </a:lnSpc>
              <a:spcBef>
                <a:spcPct val="0"/>
              </a:spcBef>
            </a:pPr>
            <a:r>
              <a:rPr lang="en-US" sz="1200">
                <a:solidFill>
                  <a:srgbClr val="000000"/>
                </a:solidFill>
                <a:latin typeface="Fredoka"/>
                <a:ea typeface="Fredoka"/>
                <a:cs typeface="Fredoka"/>
                <a:sym typeface="Fredoka"/>
              </a:rPr>
              <a:t>    Irme en camión</a:t>
            </a:r>
          </a:p>
          <a:p>
            <a:pPr algn="just">
              <a:lnSpc>
                <a:spcPts val="1679"/>
              </a:lnSpc>
              <a:spcBef>
                <a:spcPct val="0"/>
              </a:spcBef>
            </a:pPr>
            <a:r>
              <a:rPr lang="en-US" sz="1200">
                <a:solidFill>
                  <a:srgbClr val="000000"/>
                </a:solidFill>
                <a:latin typeface="Fredoka"/>
                <a:ea typeface="Fredoka"/>
                <a:cs typeface="Fredoka"/>
                <a:sym typeface="Fredoka"/>
              </a:rPr>
              <a:t>  Sino</a:t>
            </a:r>
          </a:p>
          <a:p>
            <a:pPr algn="just">
              <a:lnSpc>
                <a:spcPts val="1679"/>
              </a:lnSpc>
              <a:spcBef>
                <a:spcPct val="0"/>
              </a:spcBef>
            </a:pPr>
            <a:r>
              <a:rPr lang="en-US" sz="1200">
                <a:solidFill>
                  <a:srgbClr val="000000"/>
                </a:solidFill>
                <a:latin typeface="Fredoka"/>
                <a:ea typeface="Fredoka"/>
                <a:cs typeface="Fredoka"/>
                <a:sym typeface="Fredoka"/>
              </a:rPr>
              <a:t>    Pedir un Uber o pedir raite</a:t>
            </a:r>
          </a:p>
          <a:p>
            <a:pPr algn="just">
              <a:lnSpc>
                <a:spcPts val="1679"/>
              </a:lnSpc>
              <a:spcBef>
                <a:spcPct val="0"/>
              </a:spcBef>
            </a:pPr>
            <a:r>
              <a:rPr lang="en-US" sz="1200">
                <a:solidFill>
                  <a:srgbClr val="000000"/>
                </a:solidFill>
                <a:latin typeface="Fredoka"/>
                <a:ea typeface="Fredoka"/>
                <a:cs typeface="Fredoka"/>
                <a:sym typeface="Fredoka"/>
              </a:rPr>
              <a:t>  FinSi</a:t>
            </a:r>
          </a:p>
          <a:p>
            <a:pPr algn="just">
              <a:lnSpc>
                <a:spcPts val="1679"/>
              </a:lnSpc>
              <a:spcBef>
                <a:spcPct val="0"/>
              </a:spcBef>
            </a:pPr>
            <a:r>
              <a:rPr lang="en-US" sz="1200">
                <a:solidFill>
                  <a:srgbClr val="000000"/>
                </a:solidFill>
                <a:latin typeface="Fredoka"/>
                <a:ea typeface="Fredoka"/>
                <a:cs typeface="Fredoka"/>
                <a:sym typeface="Fredoka"/>
              </a:rPr>
              <a:t>  Llegar a clase super bonita y a tiempo</a:t>
            </a:r>
          </a:p>
          <a:p>
            <a:pPr algn="just">
              <a:lnSpc>
                <a:spcPts val="1679"/>
              </a:lnSpc>
              <a:spcBef>
                <a:spcPct val="0"/>
              </a:spcBef>
            </a:pPr>
            <a:r>
              <a:rPr lang="en-US" sz="1200">
                <a:solidFill>
                  <a:srgbClr val="000000"/>
                </a:solidFill>
                <a:latin typeface="Fredoka"/>
                <a:ea typeface="Fredoka"/>
                <a:cs typeface="Fredoka"/>
                <a:sym typeface="Fredoka"/>
              </a:rPr>
              <a:t>Fin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EDE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712967" y="646121"/>
            <a:ext cx="4346466" cy="9473103"/>
          </a:xfrm>
          <a:custGeom>
            <a:avLst/>
            <a:gdLst/>
            <a:ahLst/>
            <a:cxnLst/>
            <a:rect r="r" b="b" t="t" l="l"/>
            <a:pathLst>
              <a:path h="9473103" w="4346466">
                <a:moveTo>
                  <a:pt x="0" y="0"/>
                </a:moveTo>
                <a:lnTo>
                  <a:pt x="4346466" y="0"/>
                </a:lnTo>
                <a:lnTo>
                  <a:pt x="4346466" y="9473102"/>
                </a:lnTo>
                <a:lnTo>
                  <a:pt x="0" y="947310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5851" r="0" b="-4708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2844626" y="213379"/>
            <a:ext cx="2083147" cy="3492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>
                <a:solidFill>
                  <a:srgbClr val="000000"/>
                </a:solidFill>
                <a:latin typeface="Fredoka"/>
                <a:ea typeface="Fredoka"/>
                <a:cs typeface="Fredoka"/>
                <a:sym typeface="Fredoka"/>
              </a:rPr>
              <a:t>Paso 5: Diagrama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>
  <p:cSld>
    <p:bg>
      <p:bgPr>
        <a:solidFill>
          <a:srgbClr val="F1EDE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931117" y="119433"/>
            <a:ext cx="3910167" cy="1190349"/>
            <a:chOff x="0" y="0"/>
            <a:chExt cx="5348958" cy="162835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92710" y="106680"/>
              <a:ext cx="5244818" cy="1508972"/>
            </a:xfrm>
            <a:custGeom>
              <a:avLst/>
              <a:gdLst/>
              <a:ahLst/>
              <a:cxnLst/>
              <a:rect r="r" b="b" t="t" l="l"/>
              <a:pathLst>
                <a:path h="1508972" w="5244818">
                  <a:moveTo>
                    <a:pt x="5218148" y="1319742"/>
                  </a:moveTo>
                  <a:cubicBezTo>
                    <a:pt x="5218148" y="1407372"/>
                    <a:pt x="5141948" y="1478492"/>
                    <a:pt x="5060668" y="1478492"/>
                  </a:cubicBezTo>
                  <a:lnTo>
                    <a:pt x="66040" y="1478492"/>
                  </a:lnTo>
                  <a:cubicBezTo>
                    <a:pt x="43180" y="1478492"/>
                    <a:pt x="20320" y="1473412"/>
                    <a:pt x="0" y="1464522"/>
                  </a:cubicBezTo>
                  <a:cubicBezTo>
                    <a:pt x="26670" y="1492462"/>
                    <a:pt x="63500" y="1508972"/>
                    <a:pt x="127556" y="1508972"/>
                  </a:cubicBezTo>
                  <a:lnTo>
                    <a:pt x="5098768" y="1508972"/>
                  </a:lnTo>
                  <a:cubicBezTo>
                    <a:pt x="5178778" y="1508972"/>
                    <a:pt x="5244818" y="1442932"/>
                    <a:pt x="5244818" y="1362922"/>
                  </a:cubicBezTo>
                  <a:lnTo>
                    <a:pt x="5244818" y="95250"/>
                  </a:lnTo>
                  <a:cubicBezTo>
                    <a:pt x="5244818" y="58420"/>
                    <a:pt x="5230848" y="25400"/>
                    <a:pt x="5209258" y="0"/>
                  </a:cubicBezTo>
                  <a:cubicBezTo>
                    <a:pt x="5215608" y="16510"/>
                    <a:pt x="5218148" y="34290"/>
                    <a:pt x="5218148" y="52070"/>
                  </a:cubicBezTo>
                  <a:lnTo>
                    <a:pt x="5218148" y="1319742"/>
                  </a:lnTo>
                  <a:close/>
                </a:path>
              </a:pathLst>
            </a:custGeom>
            <a:solidFill>
              <a:srgbClr val="96A6A1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12700" y="12700"/>
              <a:ext cx="5284188" cy="1559772"/>
            </a:xfrm>
            <a:custGeom>
              <a:avLst/>
              <a:gdLst/>
              <a:ahLst/>
              <a:cxnLst/>
              <a:rect r="r" b="b" t="t" l="l"/>
              <a:pathLst>
                <a:path h="1559772" w="5284188">
                  <a:moveTo>
                    <a:pt x="146050" y="1559772"/>
                  </a:moveTo>
                  <a:lnTo>
                    <a:pt x="5138138" y="1559772"/>
                  </a:lnTo>
                  <a:cubicBezTo>
                    <a:pt x="5218148" y="1559772"/>
                    <a:pt x="5284188" y="1493732"/>
                    <a:pt x="5284188" y="1413722"/>
                  </a:cubicBezTo>
                  <a:lnTo>
                    <a:pt x="5284188" y="146050"/>
                  </a:lnTo>
                  <a:cubicBezTo>
                    <a:pt x="5284188" y="66040"/>
                    <a:pt x="5218148" y="0"/>
                    <a:pt x="5138138" y="0"/>
                  </a:cubicBezTo>
                  <a:lnTo>
                    <a:pt x="146050" y="0"/>
                  </a:lnTo>
                  <a:cubicBezTo>
                    <a:pt x="66040" y="0"/>
                    <a:pt x="0" y="66040"/>
                    <a:pt x="0" y="146050"/>
                  </a:cubicBezTo>
                  <a:lnTo>
                    <a:pt x="0" y="1413722"/>
                  </a:lnTo>
                  <a:cubicBezTo>
                    <a:pt x="0" y="1495002"/>
                    <a:pt x="66040" y="1559772"/>
                    <a:pt x="146050" y="1559772"/>
                  </a:cubicBezTo>
                  <a:close/>
                </a:path>
              </a:pathLst>
            </a:custGeom>
            <a:solidFill>
              <a:srgbClr val="F1EDE1"/>
            </a:solidFill>
          </p:spPr>
        </p:sp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5348958" cy="1628352"/>
            </a:xfrm>
            <a:custGeom>
              <a:avLst/>
              <a:gdLst/>
              <a:ahLst/>
              <a:cxnLst/>
              <a:rect r="r" b="b" t="t" l="l"/>
              <a:pathLst>
                <a:path h="1628352" w="5348958">
                  <a:moveTo>
                    <a:pt x="5285458" y="74930"/>
                  </a:moveTo>
                  <a:cubicBezTo>
                    <a:pt x="5257518" y="30480"/>
                    <a:pt x="5207988" y="0"/>
                    <a:pt x="5150838" y="0"/>
                  </a:cubicBezTo>
                  <a:lnTo>
                    <a:pt x="158750" y="0"/>
                  </a:lnTo>
                  <a:cubicBezTo>
                    <a:pt x="71120" y="0"/>
                    <a:pt x="0" y="71120"/>
                    <a:pt x="0" y="158750"/>
                  </a:cubicBezTo>
                  <a:lnTo>
                    <a:pt x="0" y="1426422"/>
                  </a:lnTo>
                  <a:cubicBezTo>
                    <a:pt x="0" y="1478492"/>
                    <a:pt x="25400" y="1524212"/>
                    <a:pt x="63500" y="1553422"/>
                  </a:cubicBezTo>
                  <a:cubicBezTo>
                    <a:pt x="91440" y="1597872"/>
                    <a:pt x="140970" y="1628352"/>
                    <a:pt x="225189" y="1628352"/>
                  </a:cubicBezTo>
                  <a:lnTo>
                    <a:pt x="5190208" y="1628352"/>
                  </a:lnTo>
                  <a:cubicBezTo>
                    <a:pt x="5277838" y="1628352"/>
                    <a:pt x="5348958" y="1557232"/>
                    <a:pt x="5348958" y="1469602"/>
                  </a:cubicBezTo>
                  <a:lnTo>
                    <a:pt x="5348958" y="201930"/>
                  </a:lnTo>
                  <a:cubicBezTo>
                    <a:pt x="5348958" y="149860"/>
                    <a:pt x="5323558" y="104140"/>
                    <a:pt x="5285458" y="74930"/>
                  </a:cubicBezTo>
                  <a:close/>
                  <a:moveTo>
                    <a:pt x="12700" y="1426422"/>
                  </a:moveTo>
                  <a:lnTo>
                    <a:pt x="12700" y="158750"/>
                  </a:lnTo>
                  <a:cubicBezTo>
                    <a:pt x="12700" y="78740"/>
                    <a:pt x="78740" y="12700"/>
                    <a:pt x="158750" y="12700"/>
                  </a:cubicBezTo>
                  <a:lnTo>
                    <a:pt x="5150838" y="12700"/>
                  </a:lnTo>
                  <a:cubicBezTo>
                    <a:pt x="5230848" y="12700"/>
                    <a:pt x="5296888" y="78740"/>
                    <a:pt x="5296888" y="158750"/>
                  </a:cubicBezTo>
                  <a:lnTo>
                    <a:pt x="5296888" y="1426422"/>
                  </a:lnTo>
                  <a:cubicBezTo>
                    <a:pt x="5296888" y="1506432"/>
                    <a:pt x="5230848" y="1572472"/>
                    <a:pt x="5150838" y="1572472"/>
                  </a:cubicBezTo>
                  <a:lnTo>
                    <a:pt x="158750" y="1572472"/>
                  </a:lnTo>
                  <a:cubicBezTo>
                    <a:pt x="78740" y="1572472"/>
                    <a:pt x="12700" y="1507702"/>
                    <a:pt x="12700" y="1426422"/>
                  </a:cubicBezTo>
                  <a:close/>
                  <a:moveTo>
                    <a:pt x="5337528" y="1469602"/>
                  </a:moveTo>
                  <a:cubicBezTo>
                    <a:pt x="5337528" y="1549612"/>
                    <a:pt x="5270218" y="1615652"/>
                    <a:pt x="5190208" y="1615652"/>
                  </a:cubicBezTo>
                  <a:lnTo>
                    <a:pt x="225189" y="1615652"/>
                  </a:lnTo>
                  <a:cubicBezTo>
                    <a:pt x="157480" y="1615652"/>
                    <a:pt x="120650" y="1599142"/>
                    <a:pt x="93980" y="1571202"/>
                  </a:cubicBezTo>
                  <a:cubicBezTo>
                    <a:pt x="114300" y="1580092"/>
                    <a:pt x="135890" y="1585172"/>
                    <a:pt x="160020" y="1585172"/>
                  </a:cubicBezTo>
                  <a:lnTo>
                    <a:pt x="5152108" y="1585172"/>
                  </a:lnTo>
                  <a:cubicBezTo>
                    <a:pt x="5239738" y="1585172"/>
                    <a:pt x="5310858" y="1514052"/>
                    <a:pt x="5310858" y="1426422"/>
                  </a:cubicBezTo>
                  <a:lnTo>
                    <a:pt x="5310858" y="158750"/>
                  </a:lnTo>
                  <a:cubicBezTo>
                    <a:pt x="5310858" y="140970"/>
                    <a:pt x="5307048" y="123190"/>
                    <a:pt x="5301968" y="106680"/>
                  </a:cubicBezTo>
                  <a:cubicBezTo>
                    <a:pt x="5323558" y="132080"/>
                    <a:pt x="5337528" y="165100"/>
                    <a:pt x="5337528" y="201930"/>
                  </a:cubicBezTo>
                  <a:lnTo>
                    <a:pt x="5337528" y="1469602"/>
                  </a:lnTo>
                  <a:close/>
                </a:path>
              </a:pathLst>
            </a:custGeom>
            <a:solidFill>
              <a:srgbClr val="96A6A1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041400" y="1739395"/>
            <a:ext cx="5689600" cy="3396641"/>
            <a:chOff x="0" y="0"/>
            <a:chExt cx="7783155" cy="4646475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92710" y="106680"/>
              <a:ext cx="7679015" cy="4527095"/>
            </a:xfrm>
            <a:custGeom>
              <a:avLst/>
              <a:gdLst/>
              <a:ahLst/>
              <a:cxnLst/>
              <a:rect r="r" b="b" t="t" l="l"/>
              <a:pathLst>
                <a:path h="4527095" w="7679015">
                  <a:moveTo>
                    <a:pt x="7652344" y="4337865"/>
                  </a:moveTo>
                  <a:cubicBezTo>
                    <a:pt x="7652344" y="4425495"/>
                    <a:pt x="7576144" y="4496615"/>
                    <a:pt x="7494865" y="4496615"/>
                  </a:cubicBezTo>
                  <a:lnTo>
                    <a:pt x="66040" y="4496615"/>
                  </a:lnTo>
                  <a:cubicBezTo>
                    <a:pt x="43180" y="4496615"/>
                    <a:pt x="20320" y="4491535"/>
                    <a:pt x="0" y="4482645"/>
                  </a:cubicBezTo>
                  <a:cubicBezTo>
                    <a:pt x="26670" y="4510585"/>
                    <a:pt x="63500" y="4527095"/>
                    <a:pt x="143070" y="4527095"/>
                  </a:cubicBezTo>
                  <a:lnTo>
                    <a:pt x="7532965" y="4527095"/>
                  </a:lnTo>
                  <a:cubicBezTo>
                    <a:pt x="7612975" y="4527095"/>
                    <a:pt x="7679015" y="4461055"/>
                    <a:pt x="7679015" y="4381045"/>
                  </a:cubicBezTo>
                  <a:lnTo>
                    <a:pt x="7679015" y="95250"/>
                  </a:lnTo>
                  <a:cubicBezTo>
                    <a:pt x="7679015" y="58420"/>
                    <a:pt x="7665044" y="25400"/>
                    <a:pt x="7643454" y="0"/>
                  </a:cubicBezTo>
                  <a:cubicBezTo>
                    <a:pt x="7649804" y="16510"/>
                    <a:pt x="7652344" y="34290"/>
                    <a:pt x="7652344" y="52070"/>
                  </a:cubicBezTo>
                  <a:lnTo>
                    <a:pt x="7652344" y="4337865"/>
                  </a:lnTo>
                  <a:close/>
                </a:path>
              </a:pathLst>
            </a:custGeom>
            <a:solidFill>
              <a:srgbClr val="96A6A1"/>
            </a:solid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12700" y="12700"/>
              <a:ext cx="7718385" cy="4577895"/>
            </a:xfrm>
            <a:custGeom>
              <a:avLst/>
              <a:gdLst/>
              <a:ahLst/>
              <a:cxnLst/>
              <a:rect r="r" b="b" t="t" l="l"/>
              <a:pathLst>
                <a:path h="4577895" w="7718385">
                  <a:moveTo>
                    <a:pt x="146050" y="4577895"/>
                  </a:moveTo>
                  <a:lnTo>
                    <a:pt x="7572335" y="4577895"/>
                  </a:lnTo>
                  <a:cubicBezTo>
                    <a:pt x="7652345" y="4577895"/>
                    <a:pt x="7718385" y="4511855"/>
                    <a:pt x="7718385" y="4431845"/>
                  </a:cubicBezTo>
                  <a:lnTo>
                    <a:pt x="7718385" y="146050"/>
                  </a:lnTo>
                  <a:cubicBezTo>
                    <a:pt x="7718385" y="66040"/>
                    <a:pt x="7652345" y="0"/>
                    <a:pt x="7572335" y="0"/>
                  </a:cubicBezTo>
                  <a:lnTo>
                    <a:pt x="146050" y="0"/>
                  </a:lnTo>
                  <a:cubicBezTo>
                    <a:pt x="66040" y="0"/>
                    <a:pt x="0" y="66040"/>
                    <a:pt x="0" y="146050"/>
                  </a:cubicBezTo>
                  <a:lnTo>
                    <a:pt x="0" y="4431845"/>
                  </a:lnTo>
                  <a:cubicBezTo>
                    <a:pt x="0" y="4513125"/>
                    <a:pt x="66040" y="4577895"/>
                    <a:pt x="146050" y="4577895"/>
                  </a:cubicBezTo>
                  <a:close/>
                </a:path>
              </a:pathLst>
            </a:custGeom>
            <a:solidFill>
              <a:srgbClr val="FFE8BC"/>
            </a:solid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7783154" cy="4646475"/>
            </a:xfrm>
            <a:custGeom>
              <a:avLst/>
              <a:gdLst/>
              <a:ahLst/>
              <a:cxnLst/>
              <a:rect r="r" b="b" t="t" l="l"/>
              <a:pathLst>
                <a:path h="4646475" w="7783154">
                  <a:moveTo>
                    <a:pt x="7719654" y="74930"/>
                  </a:moveTo>
                  <a:cubicBezTo>
                    <a:pt x="7691714" y="30480"/>
                    <a:pt x="7642185" y="0"/>
                    <a:pt x="7585035" y="0"/>
                  </a:cubicBezTo>
                  <a:lnTo>
                    <a:pt x="158750" y="0"/>
                  </a:lnTo>
                  <a:cubicBezTo>
                    <a:pt x="71120" y="0"/>
                    <a:pt x="0" y="71120"/>
                    <a:pt x="0" y="158750"/>
                  </a:cubicBezTo>
                  <a:lnTo>
                    <a:pt x="0" y="4444545"/>
                  </a:lnTo>
                  <a:cubicBezTo>
                    <a:pt x="0" y="4496615"/>
                    <a:pt x="25400" y="4542335"/>
                    <a:pt x="63500" y="4571545"/>
                  </a:cubicBezTo>
                  <a:cubicBezTo>
                    <a:pt x="91440" y="4615995"/>
                    <a:pt x="140970" y="4646475"/>
                    <a:pt x="243125" y="4646475"/>
                  </a:cubicBezTo>
                  <a:lnTo>
                    <a:pt x="7624404" y="4646475"/>
                  </a:lnTo>
                  <a:cubicBezTo>
                    <a:pt x="7712035" y="4646475"/>
                    <a:pt x="7783154" y="4575355"/>
                    <a:pt x="7783154" y="4487725"/>
                  </a:cubicBezTo>
                  <a:lnTo>
                    <a:pt x="7783154" y="201930"/>
                  </a:lnTo>
                  <a:cubicBezTo>
                    <a:pt x="7783154" y="149860"/>
                    <a:pt x="7757754" y="104140"/>
                    <a:pt x="7719654" y="74930"/>
                  </a:cubicBezTo>
                  <a:close/>
                  <a:moveTo>
                    <a:pt x="12700" y="4444545"/>
                  </a:moveTo>
                  <a:lnTo>
                    <a:pt x="12700" y="158750"/>
                  </a:lnTo>
                  <a:cubicBezTo>
                    <a:pt x="12700" y="78740"/>
                    <a:pt x="78740" y="12700"/>
                    <a:pt x="158750" y="12700"/>
                  </a:cubicBezTo>
                  <a:lnTo>
                    <a:pt x="7585035" y="12700"/>
                  </a:lnTo>
                  <a:cubicBezTo>
                    <a:pt x="7665045" y="12700"/>
                    <a:pt x="7731085" y="78740"/>
                    <a:pt x="7731085" y="158750"/>
                  </a:cubicBezTo>
                  <a:lnTo>
                    <a:pt x="7731085" y="4444545"/>
                  </a:lnTo>
                  <a:cubicBezTo>
                    <a:pt x="7731085" y="4524555"/>
                    <a:pt x="7665045" y="4590595"/>
                    <a:pt x="7585035" y="4590595"/>
                  </a:cubicBezTo>
                  <a:lnTo>
                    <a:pt x="158750" y="4590595"/>
                  </a:lnTo>
                  <a:cubicBezTo>
                    <a:pt x="78740" y="4590595"/>
                    <a:pt x="12700" y="4525825"/>
                    <a:pt x="12700" y="4444545"/>
                  </a:cubicBezTo>
                  <a:close/>
                  <a:moveTo>
                    <a:pt x="7771725" y="4487725"/>
                  </a:moveTo>
                  <a:cubicBezTo>
                    <a:pt x="7771725" y="4567735"/>
                    <a:pt x="7704414" y="4633775"/>
                    <a:pt x="7624404" y="4633775"/>
                  </a:cubicBezTo>
                  <a:lnTo>
                    <a:pt x="243125" y="4633775"/>
                  </a:lnTo>
                  <a:cubicBezTo>
                    <a:pt x="157480" y="4633775"/>
                    <a:pt x="120650" y="4617265"/>
                    <a:pt x="93980" y="4589325"/>
                  </a:cubicBezTo>
                  <a:cubicBezTo>
                    <a:pt x="114300" y="4598215"/>
                    <a:pt x="135890" y="4603295"/>
                    <a:pt x="160020" y="4603295"/>
                  </a:cubicBezTo>
                  <a:lnTo>
                    <a:pt x="7586304" y="4603295"/>
                  </a:lnTo>
                  <a:cubicBezTo>
                    <a:pt x="7673935" y="4603295"/>
                    <a:pt x="7745054" y="4532175"/>
                    <a:pt x="7745054" y="4444545"/>
                  </a:cubicBezTo>
                  <a:lnTo>
                    <a:pt x="7745054" y="158750"/>
                  </a:lnTo>
                  <a:cubicBezTo>
                    <a:pt x="7745054" y="140970"/>
                    <a:pt x="7741245" y="123190"/>
                    <a:pt x="7736164" y="106680"/>
                  </a:cubicBezTo>
                  <a:cubicBezTo>
                    <a:pt x="7757754" y="132080"/>
                    <a:pt x="7771725" y="165100"/>
                    <a:pt x="7771725" y="201930"/>
                  </a:cubicBezTo>
                  <a:lnTo>
                    <a:pt x="7771725" y="4487725"/>
                  </a:lnTo>
                  <a:close/>
                </a:path>
              </a:pathLst>
            </a:custGeom>
            <a:solidFill>
              <a:srgbClr val="96A6A1"/>
            </a:solid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2157435" y="283225"/>
            <a:ext cx="3457530" cy="10166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86"/>
              </a:lnSpc>
            </a:pPr>
            <a:r>
              <a:rPr lang="en-US" b="true" sz="2534" spc="119">
                <a:solidFill>
                  <a:srgbClr val="000000"/>
                </a:solidFill>
                <a:latin typeface="Rig Solid Medium Fill"/>
                <a:ea typeface="Rig Solid Medium Fill"/>
                <a:cs typeface="Rig Solid Medium Fill"/>
                <a:sym typeface="Rig Solid Medium Fill"/>
              </a:rPr>
              <a:t>COMER ENTRE CLASES EJERCICIO 2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1451856" y="2133406"/>
            <a:ext cx="205509" cy="226536"/>
            <a:chOff x="0" y="0"/>
            <a:chExt cx="496913" cy="547756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92710" y="106680"/>
              <a:ext cx="392773" cy="428376"/>
            </a:xfrm>
            <a:custGeom>
              <a:avLst/>
              <a:gdLst/>
              <a:ahLst/>
              <a:cxnLst/>
              <a:rect r="r" b="b" t="t" l="l"/>
              <a:pathLst>
                <a:path h="428376" w="392773">
                  <a:moveTo>
                    <a:pt x="366103" y="239146"/>
                  </a:moveTo>
                  <a:cubicBezTo>
                    <a:pt x="366103" y="326776"/>
                    <a:pt x="289903" y="397896"/>
                    <a:pt x="208623" y="397896"/>
                  </a:cubicBezTo>
                  <a:lnTo>
                    <a:pt x="66040" y="397896"/>
                  </a:lnTo>
                  <a:cubicBezTo>
                    <a:pt x="43180" y="397896"/>
                    <a:pt x="20320" y="392816"/>
                    <a:pt x="0" y="383926"/>
                  </a:cubicBezTo>
                  <a:cubicBezTo>
                    <a:pt x="26670" y="411866"/>
                    <a:pt x="63500" y="428376"/>
                    <a:pt x="96630" y="428376"/>
                  </a:cubicBezTo>
                  <a:lnTo>
                    <a:pt x="246723" y="428376"/>
                  </a:lnTo>
                  <a:cubicBezTo>
                    <a:pt x="326733" y="428376"/>
                    <a:pt x="392773" y="362336"/>
                    <a:pt x="392773" y="282326"/>
                  </a:cubicBezTo>
                  <a:lnTo>
                    <a:pt x="392773" y="95250"/>
                  </a:lnTo>
                  <a:cubicBezTo>
                    <a:pt x="392773" y="58420"/>
                    <a:pt x="378803" y="25400"/>
                    <a:pt x="357213" y="0"/>
                  </a:cubicBezTo>
                  <a:cubicBezTo>
                    <a:pt x="363563" y="16510"/>
                    <a:pt x="366103" y="34290"/>
                    <a:pt x="366103" y="52070"/>
                  </a:cubicBezTo>
                  <a:lnTo>
                    <a:pt x="366103" y="239146"/>
                  </a:lnTo>
                  <a:close/>
                </a:path>
              </a:pathLst>
            </a:custGeom>
            <a:solidFill>
              <a:srgbClr val="96A6A1"/>
            </a:solid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12700" y="12700"/>
              <a:ext cx="432143" cy="479176"/>
            </a:xfrm>
            <a:custGeom>
              <a:avLst/>
              <a:gdLst/>
              <a:ahLst/>
              <a:cxnLst/>
              <a:rect r="r" b="b" t="t" l="l"/>
              <a:pathLst>
                <a:path h="479176" w="432143">
                  <a:moveTo>
                    <a:pt x="146050" y="479176"/>
                  </a:moveTo>
                  <a:lnTo>
                    <a:pt x="286093" y="479176"/>
                  </a:lnTo>
                  <a:cubicBezTo>
                    <a:pt x="366103" y="479176"/>
                    <a:pt x="432143" y="413136"/>
                    <a:pt x="432143" y="333126"/>
                  </a:cubicBezTo>
                  <a:lnTo>
                    <a:pt x="432143" y="146050"/>
                  </a:lnTo>
                  <a:cubicBezTo>
                    <a:pt x="432143" y="66040"/>
                    <a:pt x="366103" y="0"/>
                    <a:pt x="286093" y="0"/>
                  </a:cubicBezTo>
                  <a:lnTo>
                    <a:pt x="146050" y="0"/>
                  </a:lnTo>
                  <a:cubicBezTo>
                    <a:pt x="66040" y="0"/>
                    <a:pt x="0" y="66040"/>
                    <a:pt x="0" y="146050"/>
                  </a:cubicBezTo>
                  <a:lnTo>
                    <a:pt x="0" y="333126"/>
                  </a:lnTo>
                  <a:cubicBezTo>
                    <a:pt x="0" y="414406"/>
                    <a:pt x="66040" y="479176"/>
                    <a:pt x="146050" y="479176"/>
                  </a:cubicBezTo>
                  <a:close/>
                </a:path>
              </a:pathLst>
            </a:custGeom>
            <a:solidFill>
              <a:srgbClr val="F1EDE1"/>
            </a:solidFill>
          </p:spPr>
        </p:sp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496913" cy="547756"/>
            </a:xfrm>
            <a:custGeom>
              <a:avLst/>
              <a:gdLst/>
              <a:ahLst/>
              <a:cxnLst/>
              <a:rect r="r" b="b" t="t" l="l"/>
              <a:pathLst>
                <a:path h="547756" w="496913">
                  <a:moveTo>
                    <a:pt x="433413" y="74930"/>
                  </a:moveTo>
                  <a:cubicBezTo>
                    <a:pt x="405473" y="30480"/>
                    <a:pt x="355943" y="0"/>
                    <a:pt x="298793" y="0"/>
                  </a:cubicBezTo>
                  <a:lnTo>
                    <a:pt x="158750" y="0"/>
                  </a:lnTo>
                  <a:cubicBezTo>
                    <a:pt x="71120" y="0"/>
                    <a:pt x="0" y="71120"/>
                    <a:pt x="0" y="158750"/>
                  </a:cubicBezTo>
                  <a:lnTo>
                    <a:pt x="0" y="345826"/>
                  </a:lnTo>
                  <a:cubicBezTo>
                    <a:pt x="0" y="397896"/>
                    <a:pt x="25400" y="443616"/>
                    <a:pt x="63500" y="472826"/>
                  </a:cubicBezTo>
                  <a:cubicBezTo>
                    <a:pt x="91440" y="517276"/>
                    <a:pt x="140970" y="547756"/>
                    <a:pt x="189439" y="547756"/>
                  </a:cubicBezTo>
                  <a:lnTo>
                    <a:pt x="338163" y="547756"/>
                  </a:lnTo>
                  <a:cubicBezTo>
                    <a:pt x="425793" y="547756"/>
                    <a:pt x="496913" y="476636"/>
                    <a:pt x="496913" y="389006"/>
                  </a:cubicBezTo>
                  <a:lnTo>
                    <a:pt x="496913" y="201930"/>
                  </a:lnTo>
                  <a:cubicBezTo>
                    <a:pt x="496913" y="149860"/>
                    <a:pt x="471513" y="104140"/>
                    <a:pt x="433413" y="74930"/>
                  </a:cubicBezTo>
                  <a:close/>
                  <a:moveTo>
                    <a:pt x="12700" y="345826"/>
                  </a:moveTo>
                  <a:lnTo>
                    <a:pt x="12700" y="158750"/>
                  </a:lnTo>
                  <a:cubicBezTo>
                    <a:pt x="12700" y="78740"/>
                    <a:pt x="78740" y="12700"/>
                    <a:pt x="158750" y="12700"/>
                  </a:cubicBezTo>
                  <a:lnTo>
                    <a:pt x="298793" y="12700"/>
                  </a:lnTo>
                  <a:cubicBezTo>
                    <a:pt x="378803" y="12700"/>
                    <a:pt x="444843" y="78740"/>
                    <a:pt x="444843" y="158750"/>
                  </a:cubicBezTo>
                  <a:lnTo>
                    <a:pt x="444843" y="345826"/>
                  </a:lnTo>
                  <a:cubicBezTo>
                    <a:pt x="444843" y="425836"/>
                    <a:pt x="378803" y="491876"/>
                    <a:pt x="298793" y="491876"/>
                  </a:cubicBezTo>
                  <a:lnTo>
                    <a:pt x="158750" y="491876"/>
                  </a:lnTo>
                  <a:cubicBezTo>
                    <a:pt x="78740" y="491876"/>
                    <a:pt x="12700" y="427106"/>
                    <a:pt x="12700" y="345826"/>
                  </a:cubicBezTo>
                  <a:close/>
                  <a:moveTo>
                    <a:pt x="485483" y="389006"/>
                  </a:moveTo>
                  <a:cubicBezTo>
                    <a:pt x="485483" y="469016"/>
                    <a:pt x="418173" y="535056"/>
                    <a:pt x="338163" y="535056"/>
                  </a:cubicBezTo>
                  <a:lnTo>
                    <a:pt x="189439" y="535056"/>
                  </a:lnTo>
                  <a:cubicBezTo>
                    <a:pt x="157480" y="535056"/>
                    <a:pt x="120650" y="518546"/>
                    <a:pt x="93980" y="490606"/>
                  </a:cubicBezTo>
                  <a:cubicBezTo>
                    <a:pt x="114300" y="499496"/>
                    <a:pt x="135890" y="504576"/>
                    <a:pt x="160020" y="504576"/>
                  </a:cubicBezTo>
                  <a:lnTo>
                    <a:pt x="300063" y="504576"/>
                  </a:lnTo>
                  <a:cubicBezTo>
                    <a:pt x="387693" y="504576"/>
                    <a:pt x="458813" y="433456"/>
                    <a:pt x="458813" y="345826"/>
                  </a:cubicBezTo>
                  <a:lnTo>
                    <a:pt x="458813" y="158750"/>
                  </a:lnTo>
                  <a:cubicBezTo>
                    <a:pt x="458813" y="140970"/>
                    <a:pt x="455003" y="123190"/>
                    <a:pt x="449923" y="106680"/>
                  </a:cubicBezTo>
                  <a:cubicBezTo>
                    <a:pt x="471513" y="132080"/>
                    <a:pt x="485483" y="165100"/>
                    <a:pt x="485483" y="201930"/>
                  </a:cubicBezTo>
                  <a:lnTo>
                    <a:pt x="485483" y="389006"/>
                  </a:lnTo>
                  <a:close/>
                </a:path>
              </a:pathLst>
            </a:custGeom>
            <a:solidFill>
              <a:srgbClr val="96A6A1"/>
            </a:solid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1451856" y="2562353"/>
            <a:ext cx="205509" cy="226536"/>
            <a:chOff x="0" y="0"/>
            <a:chExt cx="496913" cy="547756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92710" y="106680"/>
              <a:ext cx="392773" cy="428376"/>
            </a:xfrm>
            <a:custGeom>
              <a:avLst/>
              <a:gdLst/>
              <a:ahLst/>
              <a:cxnLst/>
              <a:rect r="r" b="b" t="t" l="l"/>
              <a:pathLst>
                <a:path h="428376" w="392773">
                  <a:moveTo>
                    <a:pt x="366103" y="239146"/>
                  </a:moveTo>
                  <a:cubicBezTo>
                    <a:pt x="366103" y="326776"/>
                    <a:pt x="289903" y="397896"/>
                    <a:pt x="208623" y="397896"/>
                  </a:cubicBezTo>
                  <a:lnTo>
                    <a:pt x="66040" y="397896"/>
                  </a:lnTo>
                  <a:cubicBezTo>
                    <a:pt x="43180" y="397896"/>
                    <a:pt x="20320" y="392816"/>
                    <a:pt x="0" y="383926"/>
                  </a:cubicBezTo>
                  <a:cubicBezTo>
                    <a:pt x="26670" y="411866"/>
                    <a:pt x="63500" y="428376"/>
                    <a:pt x="96630" y="428376"/>
                  </a:cubicBezTo>
                  <a:lnTo>
                    <a:pt x="246723" y="428376"/>
                  </a:lnTo>
                  <a:cubicBezTo>
                    <a:pt x="326733" y="428376"/>
                    <a:pt x="392773" y="362336"/>
                    <a:pt x="392773" y="282326"/>
                  </a:cubicBezTo>
                  <a:lnTo>
                    <a:pt x="392773" y="95250"/>
                  </a:lnTo>
                  <a:cubicBezTo>
                    <a:pt x="392773" y="58420"/>
                    <a:pt x="378803" y="25400"/>
                    <a:pt x="357213" y="0"/>
                  </a:cubicBezTo>
                  <a:cubicBezTo>
                    <a:pt x="363563" y="16510"/>
                    <a:pt x="366103" y="34290"/>
                    <a:pt x="366103" y="52070"/>
                  </a:cubicBezTo>
                  <a:lnTo>
                    <a:pt x="366103" y="239146"/>
                  </a:lnTo>
                  <a:close/>
                </a:path>
              </a:pathLst>
            </a:custGeom>
            <a:solidFill>
              <a:srgbClr val="96A6A1"/>
            </a:solidFill>
          </p:spPr>
        </p:sp>
        <p:sp>
          <p:nvSpPr>
            <p:cNvPr name="Freeform 17" id="17"/>
            <p:cNvSpPr/>
            <p:nvPr/>
          </p:nvSpPr>
          <p:spPr>
            <a:xfrm flipH="false" flipV="false" rot="0">
              <a:off x="12700" y="12700"/>
              <a:ext cx="432143" cy="479176"/>
            </a:xfrm>
            <a:custGeom>
              <a:avLst/>
              <a:gdLst/>
              <a:ahLst/>
              <a:cxnLst/>
              <a:rect r="r" b="b" t="t" l="l"/>
              <a:pathLst>
                <a:path h="479176" w="432143">
                  <a:moveTo>
                    <a:pt x="146050" y="479176"/>
                  </a:moveTo>
                  <a:lnTo>
                    <a:pt x="286093" y="479176"/>
                  </a:lnTo>
                  <a:cubicBezTo>
                    <a:pt x="366103" y="479176"/>
                    <a:pt x="432143" y="413136"/>
                    <a:pt x="432143" y="333126"/>
                  </a:cubicBezTo>
                  <a:lnTo>
                    <a:pt x="432143" y="146050"/>
                  </a:lnTo>
                  <a:cubicBezTo>
                    <a:pt x="432143" y="66040"/>
                    <a:pt x="366103" y="0"/>
                    <a:pt x="286093" y="0"/>
                  </a:cubicBezTo>
                  <a:lnTo>
                    <a:pt x="146050" y="0"/>
                  </a:lnTo>
                  <a:cubicBezTo>
                    <a:pt x="66040" y="0"/>
                    <a:pt x="0" y="66040"/>
                    <a:pt x="0" y="146050"/>
                  </a:cubicBezTo>
                  <a:lnTo>
                    <a:pt x="0" y="333126"/>
                  </a:lnTo>
                  <a:cubicBezTo>
                    <a:pt x="0" y="414406"/>
                    <a:pt x="66040" y="479176"/>
                    <a:pt x="146050" y="479176"/>
                  </a:cubicBezTo>
                  <a:close/>
                </a:path>
              </a:pathLst>
            </a:custGeom>
            <a:solidFill>
              <a:srgbClr val="F1EDE1"/>
            </a:solidFill>
          </p:spPr>
        </p:sp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496913" cy="547756"/>
            </a:xfrm>
            <a:custGeom>
              <a:avLst/>
              <a:gdLst/>
              <a:ahLst/>
              <a:cxnLst/>
              <a:rect r="r" b="b" t="t" l="l"/>
              <a:pathLst>
                <a:path h="547756" w="496913">
                  <a:moveTo>
                    <a:pt x="433413" y="74930"/>
                  </a:moveTo>
                  <a:cubicBezTo>
                    <a:pt x="405473" y="30480"/>
                    <a:pt x="355943" y="0"/>
                    <a:pt x="298793" y="0"/>
                  </a:cubicBezTo>
                  <a:lnTo>
                    <a:pt x="158750" y="0"/>
                  </a:lnTo>
                  <a:cubicBezTo>
                    <a:pt x="71120" y="0"/>
                    <a:pt x="0" y="71120"/>
                    <a:pt x="0" y="158750"/>
                  </a:cubicBezTo>
                  <a:lnTo>
                    <a:pt x="0" y="345826"/>
                  </a:lnTo>
                  <a:cubicBezTo>
                    <a:pt x="0" y="397896"/>
                    <a:pt x="25400" y="443616"/>
                    <a:pt x="63500" y="472826"/>
                  </a:cubicBezTo>
                  <a:cubicBezTo>
                    <a:pt x="91440" y="517276"/>
                    <a:pt x="140970" y="547756"/>
                    <a:pt x="189439" y="547756"/>
                  </a:cubicBezTo>
                  <a:lnTo>
                    <a:pt x="338163" y="547756"/>
                  </a:lnTo>
                  <a:cubicBezTo>
                    <a:pt x="425793" y="547756"/>
                    <a:pt x="496913" y="476636"/>
                    <a:pt x="496913" y="389006"/>
                  </a:cubicBezTo>
                  <a:lnTo>
                    <a:pt x="496913" y="201930"/>
                  </a:lnTo>
                  <a:cubicBezTo>
                    <a:pt x="496913" y="149860"/>
                    <a:pt x="471513" y="104140"/>
                    <a:pt x="433413" y="74930"/>
                  </a:cubicBezTo>
                  <a:close/>
                  <a:moveTo>
                    <a:pt x="12700" y="345826"/>
                  </a:moveTo>
                  <a:lnTo>
                    <a:pt x="12700" y="158750"/>
                  </a:lnTo>
                  <a:cubicBezTo>
                    <a:pt x="12700" y="78740"/>
                    <a:pt x="78740" y="12700"/>
                    <a:pt x="158750" y="12700"/>
                  </a:cubicBezTo>
                  <a:lnTo>
                    <a:pt x="298793" y="12700"/>
                  </a:lnTo>
                  <a:cubicBezTo>
                    <a:pt x="378803" y="12700"/>
                    <a:pt x="444843" y="78740"/>
                    <a:pt x="444843" y="158750"/>
                  </a:cubicBezTo>
                  <a:lnTo>
                    <a:pt x="444843" y="345826"/>
                  </a:lnTo>
                  <a:cubicBezTo>
                    <a:pt x="444843" y="425836"/>
                    <a:pt x="378803" y="491876"/>
                    <a:pt x="298793" y="491876"/>
                  </a:cubicBezTo>
                  <a:lnTo>
                    <a:pt x="158750" y="491876"/>
                  </a:lnTo>
                  <a:cubicBezTo>
                    <a:pt x="78740" y="491876"/>
                    <a:pt x="12700" y="427106"/>
                    <a:pt x="12700" y="345826"/>
                  </a:cubicBezTo>
                  <a:close/>
                  <a:moveTo>
                    <a:pt x="485483" y="389006"/>
                  </a:moveTo>
                  <a:cubicBezTo>
                    <a:pt x="485483" y="469016"/>
                    <a:pt x="418173" y="535056"/>
                    <a:pt x="338163" y="535056"/>
                  </a:cubicBezTo>
                  <a:lnTo>
                    <a:pt x="189439" y="535056"/>
                  </a:lnTo>
                  <a:cubicBezTo>
                    <a:pt x="157480" y="535056"/>
                    <a:pt x="120650" y="518546"/>
                    <a:pt x="93980" y="490606"/>
                  </a:cubicBezTo>
                  <a:cubicBezTo>
                    <a:pt x="114300" y="499496"/>
                    <a:pt x="135890" y="504576"/>
                    <a:pt x="160020" y="504576"/>
                  </a:cubicBezTo>
                  <a:lnTo>
                    <a:pt x="300063" y="504576"/>
                  </a:lnTo>
                  <a:cubicBezTo>
                    <a:pt x="387693" y="504576"/>
                    <a:pt x="458813" y="433456"/>
                    <a:pt x="458813" y="345826"/>
                  </a:cubicBezTo>
                  <a:lnTo>
                    <a:pt x="458813" y="158750"/>
                  </a:lnTo>
                  <a:cubicBezTo>
                    <a:pt x="458813" y="140970"/>
                    <a:pt x="455003" y="123190"/>
                    <a:pt x="449923" y="106680"/>
                  </a:cubicBezTo>
                  <a:cubicBezTo>
                    <a:pt x="471513" y="132080"/>
                    <a:pt x="485483" y="165100"/>
                    <a:pt x="485483" y="201930"/>
                  </a:cubicBezTo>
                  <a:lnTo>
                    <a:pt x="485483" y="389006"/>
                  </a:lnTo>
                  <a:close/>
                </a:path>
              </a:pathLst>
            </a:custGeom>
            <a:solidFill>
              <a:srgbClr val="96A6A1"/>
            </a:solidFill>
          </p:spPr>
        </p:sp>
      </p:grpSp>
      <p:sp>
        <p:nvSpPr>
          <p:cNvPr name="AutoShape 19" id="19"/>
          <p:cNvSpPr/>
          <p:nvPr/>
        </p:nvSpPr>
        <p:spPr>
          <a:xfrm>
            <a:off x="1811760" y="2405544"/>
            <a:ext cx="4508784" cy="0"/>
          </a:xfrm>
          <a:prstGeom prst="line">
            <a:avLst/>
          </a:prstGeom>
          <a:ln cap="flat" w="9525">
            <a:solidFill>
              <a:srgbClr val="96A6A1"/>
            </a:solidFill>
            <a:prstDash val="lgDash"/>
            <a:headEnd type="none" len="sm" w="sm"/>
            <a:tailEnd type="none" len="sm" w="sm"/>
          </a:ln>
        </p:spPr>
      </p:sp>
      <p:sp>
        <p:nvSpPr>
          <p:cNvPr name="AutoShape 20" id="20"/>
          <p:cNvSpPr/>
          <p:nvPr/>
        </p:nvSpPr>
        <p:spPr>
          <a:xfrm rot="0">
            <a:off x="1811760" y="2830011"/>
            <a:ext cx="4508784" cy="0"/>
          </a:xfrm>
          <a:prstGeom prst="line">
            <a:avLst/>
          </a:prstGeom>
          <a:ln cap="flat" w="9525">
            <a:solidFill>
              <a:srgbClr val="96A6A1"/>
            </a:solidFill>
            <a:prstDash val="lgDash"/>
            <a:headEnd type="none" len="sm" w="sm"/>
            <a:tailEnd type="none" len="sm" w="sm"/>
          </a:ln>
        </p:spPr>
      </p:sp>
      <p:sp>
        <p:nvSpPr>
          <p:cNvPr name="AutoShape 21" id="21"/>
          <p:cNvSpPr/>
          <p:nvPr/>
        </p:nvSpPr>
        <p:spPr>
          <a:xfrm rot="0">
            <a:off x="1811760" y="3258958"/>
            <a:ext cx="4508784" cy="0"/>
          </a:xfrm>
          <a:prstGeom prst="line">
            <a:avLst/>
          </a:prstGeom>
          <a:ln cap="flat" w="9525">
            <a:solidFill>
              <a:srgbClr val="96A6A1"/>
            </a:solidFill>
            <a:prstDash val="lgDash"/>
            <a:headEnd type="none" len="sm" w="sm"/>
            <a:tailEnd type="none" len="sm" w="sm"/>
          </a:ln>
        </p:spPr>
      </p:sp>
      <p:grpSp>
        <p:nvGrpSpPr>
          <p:cNvPr name="Group 22" id="22"/>
          <p:cNvGrpSpPr/>
          <p:nvPr/>
        </p:nvGrpSpPr>
        <p:grpSpPr>
          <a:xfrm rot="0">
            <a:off x="1451856" y="3420248"/>
            <a:ext cx="205509" cy="226536"/>
            <a:chOff x="0" y="0"/>
            <a:chExt cx="496913" cy="547756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92710" y="106680"/>
              <a:ext cx="392773" cy="428376"/>
            </a:xfrm>
            <a:custGeom>
              <a:avLst/>
              <a:gdLst/>
              <a:ahLst/>
              <a:cxnLst/>
              <a:rect r="r" b="b" t="t" l="l"/>
              <a:pathLst>
                <a:path h="428376" w="392773">
                  <a:moveTo>
                    <a:pt x="366103" y="239146"/>
                  </a:moveTo>
                  <a:cubicBezTo>
                    <a:pt x="366103" y="326776"/>
                    <a:pt x="289903" y="397896"/>
                    <a:pt x="208623" y="397896"/>
                  </a:cubicBezTo>
                  <a:lnTo>
                    <a:pt x="66040" y="397896"/>
                  </a:lnTo>
                  <a:cubicBezTo>
                    <a:pt x="43180" y="397896"/>
                    <a:pt x="20320" y="392816"/>
                    <a:pt x="0" y="383926"/>
                  </a:cubicBezTo>
                  <a:cubicBezTo>
                    <a:pt x="26670" y="411866"/>
                    <a:pt x="63500" y="428376"/>
                    <a:pt x="96630" y="428376"/>
                  </a:cubicBezTo>
                  <a:lnTo>
                    <a:pt x="246723" y="428376"/>
                  </a:lnTo>
                  <a:cubicBezTo>
                    <a:pt x="326733" y="428376"/>
                    <a:pt x="392773" y="362336"/>
                    <a:pt x="392773" y="282326"/>
                  </a:cubicBezTo>
                  <a:lnTo>
                    <a:pt x="392773" y="95250"/>
                  </a:lnTo>
                  <a:cubicBezTo>
                    <a:pt x="392773" y="58420"/>
                    <a:pt x="378803" y="25400"/>
                    <a:pt x="357213" y="0"/>
                  </a:cubicBezTo>
                  <a:cubicBezTo>
                    <a:pt x="363563" y="16510"/>
                    <a:pt x="366103" y="34290"/>
                    <a:pt x="366103" y="52070"/>
                  </a:cubicBezTo>
                  <a:lnTo>
                    <a:pt x="366103" y="239146"/>
                  </a:lnTo>
                  <a:close/>
                </a:path>
              </a:pathLst>
            </a:custGeom>
            <a:solidFill>
              <a:srgbClr val="96A6A1"/>
            </a:solidFill>
          </p:spPr>
        </p:sp>
        <p:sp>
          <p:nvSpPr>
            <p:cNvPr name="Freeform 24" id="24"/>
            <p:cNvSpPr/>
            <p:nvPr/>
          </p:nvSpPr>
          <p:spPr>
            <a:xfrm flipH="false" flipV="false" rot="0">
              <a:off x="12700" y="12700"/>
              <a:ext cx="432143" cy="479176"/>
            </a:xfrm>
            <a:custGeom>
              <a:avLst/>
              <a:gdLst/>
              <a:ahLst/>
              <a:cxnLst/>
              <a:rect r="r" b="b" t="t" l="l"/>
              <a:pathLst>
                <a:path h="479176" w="432143">
                  <a:moveTo>
                    <a:pt x="146050" y="479176"/>
                  </a:moveTo>
                  <a:lnTo>
                    <a:pt x="286093" y="479176"/>
                  </a:lnTo>
                  <a:cubicBezTo>
                    <a:pt x="366103" y="479176"/>
                    <a:pt x="432143" y="413136"/>
                    <a:pt x="432143" y="333126"/>
                  </a:cubicBezTo>
                  <a:lnTo>
                    <a:pt x="432143" y="146050"/>
                  </a:lnTo>
                  <a:cubicBezTo>
                    <a:pt x="432143" y="66040"/>
                    <a:pt x="366103" y="0"/>
                    <a:pt x="286093" y="0"/>
                  </a:cubicBezTo>
                  <a:lnTo>
                    <a:pt x="146050" y="0"/>
                  </a:lnTo>
                  <a:cubicBezTo>
                    <a:pt x="66040" y="0"/>
                    <a:pt x="0" y="66040"/>
                    <a:pt x="0" y="146050"/>
                  </a:cubicBezTo>
                  <a:lnTo>
                    <a:pt x="0" y="333126"/>
                  </a:lnTo>
                  <a:cubicBezTo>
                    <a:pt x="0" y="414406"/>
                    <a:pt x="66040" y="479176"/>
                    <a:pt x="146050" y="479176"/>
                  </a:cubicBezTo>
                  <a:close/>
                </a:path>
              </a:pathLst>
            </a:custGeom>
            <a:solidFill>
              <a:srgbClr val="F1EDE1"/>
            </a:solidFill>
          </p:spPr>
        </p:sp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496913" cy="547756"/>
            </a:xfrm>
            <a:custGeom>
              <a:avLst/>
              <a:gdLst/>
              <a:ahLst/>
              <a:cxnLst/>
              <a:rect r="r" b="b" t="t" l="l"/>
              <a:pathLst>
                <a:path h="547756" w="496913">
                  <a:moveTo>
                    <a:pt x="433413" y="74930"/>
                  </a:moveTo>
                  <a:cubicBezTo>
                    <a:pt x="405473" y="30480"/>
                    <a:pt x="355943" y="0"/>
                    <a:pt x="298793" y="0"/>
                  </a:cubicBezTo>
                  <a:lnTo>
                    <a:pt x="158750" y="0"/>
                  </a:lnTo>
                  <a:cubicBezTo>
                    <a:pt x="71120" y="0"/>
                    <a:pt x="0" y="71120"/>
                    <a:pt x="0" y="158750"/>
                  </a:cubicBezTo>
                  <a:lnTo>
                    <a:pt x="0" y="345826"/>
                  </a:lnTo>
                  <a:cubicBezTo>
                    <a:pt x="0" y="397896"/>
                    <a:pt x="25400" y="443616"/>
                    <a:pt x="63500" y="472826"/>
                  </a:cubicBezTo>
                  <a:cubicBezTo>
                    <a:pt x="91440" y="517276"/>
                    <a:pt x="140970" y="547756"/>
                    <a:pt x="189439" y="547756"/>
                  </a:cubicBezTo>
                  <a:lnTo>
                    <a:pt x="338163" y="547756"/>
                  </a:lnTo>
                  <a:cubicBezTo>
                    <a:pt x="425793" y="547756"/>
                    <a:pt x="496913" y="476636"/>
                    <a:pt x="496913" y="389006"/>
                  </a:cubicBezTo>
                  <a:lnTo>
                    <a:pt x="496913" y="201930"/>
                  </a:lnTo>
                  <a:cubicBezTo>
                    <a:pt x="496913" y="149860"/>
                    <a:pt x="471513" y="104140"/>
                    <a:pt x="433413" y="74930"/>
                  </a:cubicBezTo>
                  <a:close/>
                  <a:moveTo>
                    <a:pt x="12700" y="345826"/>
                  </a:moveTo>
                  <a:lnTo>
                    <a:pt x="12700" y="158750"/>
                  </a:lnTo>
                  <a:cubicBezTo>
                    <a:pt x="12700" y="78740"/>
                    <a:pt x="78740" y="12700"/>
                    <a:pt x="158750" y="12700"/>
                  </a:cubicBezTo>
                  <a:lnTo>
                    <a:pt x="298793" y="12700"/>
                  </a:lnTo>
                  <a:cubicBezTo>
                    <a:pt x="378803" y="12700"/>
                    <a:pt x="444843" y="78740"/>
                    <a:pt x="444843" y="158750"/>
                  </a:cubicBezTo>
                  <a:lnTo>
                    <a:pt x="444843" y="345826"/>
                  </a:lnTo>
                  <a:cubicBezTo>
                    <a:pt x="444843" y="425836"/>
                    <a:pt x="378803" y="491876"/>
                    <a:pt x="298793" y="491876"/>
                  </a:cubicBezTo>
                  <a:lnTo>
                    <a:pt x="158750" y="491876"/>
                  </a:lnTo>
                  <a:cubicBezTo>
                    <a:pt x="78740" y="491876"/>
                    <a:pt x="12700" y="427106"/>
                    <a:pt x="12700" y="345826"/>
                  </a:cubicBezTo>
                  <a:close/>
                  <a:moveTo>
                    <a:pt x="485483" y="389006"/>
                  </a:moveTo>
                  <a:cubicBezTo>
                    <a:pt x="485483" y="469016"/>
                    <a:pt x="418173" y="535056"/>
                    <a:pt x="338163" y="535056"/>
                  </a:cubicBezTo>
                  <a:lnTo>
                    <a:pt x="189439" y="535056"/>
                  </a:lnTo>
                  <a:cubicBezTo>
                    <a:pt x="157480" y="535056"/>
                    <a:pt x="120650" y="518546"/>
                    <a:pt x="93980" y="490606"/>
                  </a:cubicBezTo>
                  <a:cubicBezTo>
                    <a:pt x="114300" y="499496"/>
                    <a:pt x="135890" y="504576"/>
                    <a:pt x="160020" y="504576"/>
                  </a:cubicBezTo>
                  <a:lnTo>
                    <a:pt x="300063" y="504576"/>
                  </a:lnTo>
                  <a:cubicBezTo>
                    <a:pt x="387693" y="504576"/>
                    <a:pt x="458813" y="433456"/>
                    <a:pt x="458813" y="345826"/>
                  </a:cubicBezTo>
                  <a:lnTo>
                    <a:pt x="458813" y="158750"/>
                  </a:lnTo>
                  <a:cubicBezTo>
                    <a:pt x="458813" y="140970"/>
                    <a:pt x="455003" y="123190"/>
                    <a:pt x="449923" y="106680"/>
                  </a:cubicBezTo>
                  <a:cubicBezTo>
                    <a:pt x="471513" y="132080"/>
                    <a:pt x="485483" y="165100"/>
                    <a:pt x="485483" y="201930"/>
                  </a:cubicBezTo>
                  <a:lnTo>
                    <a:pt x="485483" y="389006"/>
                  </a:lnTo>
                  <a:close/>
                </a:path>
              </a:pathLst>
            </a:custGeom>
            <a:solidFill>
              <a:srgbClr val="96A6A1"/>
            </a:solidFill>
          </p:spPr>
        </p:sp>
      </p:grpSp>
      <p:sp>
        <p:nvSpPr>
          <p:cNvPr name="AutoShape 26" id="26"/>
          <p:cNvSpPr/>
          <p:nvPr/>
        </p:nvSpPr>
        <p:spPr>
          <a:xfrm rot="0">
            <a:off x="1811760" y="3687905"/>
            <a:ext cx="4508784" cy="0"/>
          </a:xfrm>
          <a:prstGeom prst="line">
            <a:avLst/>
          </a:prstGeom>
          <a:ln cap="flat" w="9525">
            <a:solidFill>
              <a:srgbClr val="96A6A1"/>
            </a:solidFill>
            <a:prstDash val="lgDash"/>
            <a:headEnd type="none" len="sm" w="sm"/>
            <a:tailEnd type="none" len="sm" w="sm"/>
          </a:ln>
        </p:spPr>
      </p:sp>
      <p:sp>
        <p:nvSpPr>
          <p:cNvPr name="AutoShape 27" id="27"/>
          <p:cNvSpPr/>
          <p:nvPr/>
        </p:nvSpPr>
        <p:spPr>
          <a:xfrm rot="0">
            <a:off x="1811760" y="4116852"/>
            <a:ext cx="4508784" cy="0"/>
          </a:xfrm>
          <a:prstGeom prst="line">
            <a:avLst/>
          </a:prstGeom>
          <a:ln cap="flat" w="9525">
            <a:solidFill>
              <a:srgbClr val="96A6A1"/>
            </a:solidFill>
            <a:prstDash val="lgDash"/>
            <a:headEnd type="none" len="sm" w="sm"/>
            <a:tailEnd type="none" len="sm" w="sm"/>
          </a:ln>
        </p:spPr>
      </p:sp>
      <p:grpSp>
        <p:nvGrpSpPr>
          <p:cNvPr name="Group 28" id="28"/>
          <p:cNvGrpSpPr/>
          <p:nvPr/>
        </p:nvGrpSpPr>
        <p:grpSpPr>
          <a:xfrm rot="0">
            <a:off x="1451856" y="4278142"/>
            <a:ext cx="205509" cy="226536"/>
            <a:chOff x="0" y="0"/>
            <a:chExt cx="496913" cy="547756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92710" y="106680"/>
              <a:ext cx="392773" cy="428376"/>
            </a:xfrm>
            <a:custGeom>
              <a:avLst/>
              <a:gdLst/>
              <a:ahLst/>
              <a:cxnLst/>
              <a:rect r="r" b="b" t="t" l="l"/>
              <a:pathLst>
                <a:path h="428376" w="392773">
                  <a:moveTo>
                    <a:pt x="366103" y="239146"/>
                  </a:moveTo>
                  <a:cubicBezTo>
                    <a:pt x="366103" y="326776"/>
                    <a:pt x="289903" y="397896"/>
                    <a:pt x="208623" y="397896"/>
                  </a:cubicBezTo>
                  <a:lnTo>
                    <a:pt x="66040" y="397896"/>
                  </a:lnTo>
                  <a:cubicBezTo>
                    <a:pt x="43180" y="397896"/>
                    <a:pt x="20320" y="392816"/>
                    <a:pt x="0" y="383926"/>
                  </a:cubicBezTo>
                  <a:cubicBezTo>
                    <a:pt x="26670" y="411866"/>
                    <a:pt x="63500" y="428376"/>
                    <a:pt x="96630" y="428376"/>
                  </a:cubicBezTo>
                  <a:lnTo>
                    <a:pt x="246723" y="428376"/>
                  </a:lnTo>
                  <a:cubicBezTo>
                    <a:pt x="326733" y="428376"/>
                    <a:pt x="392773" y="362336"/>
                    <a:pt x="392773" y="282326"/>
                  </a:cubicBezTo>
                  <a:lnTo>
                    <a:pt x="392773" y="95250"/>
                  </a:lnTo>
                  <a:cubicBezTo>
                    <a:pt x="392773" y="58420"/>
                    <a:pt x="378803" y="25400"/>
                    <a:pt x="357213" y="0"/>
                  </a:cubicBezTo>
                  <a:cubicBezTo>
                    <a:pt x="363563" y="16510"/>
                    <a:pt x="366103" y="34290"/>
                    <a:pt x="366103" y="52070"/>
                  </a:cubicBezTo>
                  <a:lnTo>
                    <a:pt x="366103" y="239146"/>
                  </a:lnTo>
                  <a:close/>
                </a:path>
              </a:pathLst>
            </a:custGeom>
            <a:solidFill>
              <a:srgbClr val="96A6A1"/>
            </a:solidFill>
          </p:spPr>
        </p:sp>
        <p:sp>
          <p:nvSpPr>
            <p:cNvPr name="Freeform 30" id="30"/>
            <p:cNvSpPr/>
            <p:nvPr/>
          </p:nvSpPr>
          <p:spPr>
            <a:xfrm flipH="false" flipV="false" rot="0">
              <a:off x="12700" y="12700"/>
              <a:ext cx="432143" cy="479176"/>
            </a:xfrm>
            <a:custGeom>
              <a:avLst/>
              <a:gdLst/>
              <a:ahLst/>
              <a:cxnLst/>
              <a:rect r="r" b="b" t="t" l="l"/>
              <a:pathLst>
                <a:path h="479176" w="432143">
                  <a:moveTo>
                    <a:pt x="146050" y="479176"/>
                  </a:moveTo>
                  <a:lnTo>
                    <a:pt x="286093" y="479176"/>
                  </a:lnTo>
                  <a:cubicBezTo>
                    <a:pt x="366103" y="479176"/>
                    <a:pt x="432143" y="413136"/>
                    <a:pt x="432143" y="333126"/>
                  </a:cubicBezTo>
                  <a:lnTo>
                    <a:pt x="432143" y="146050"/>
                  </a:lnTo>
                  <a:cubicBezTo>
                    <a:pt x="432143" y="66040"/>
                    <a:pt x="366103" y="0"/>
                    <a:pt x="286093" y="0"/>
                  </a:cubicBezTo>
                  <a:lnTo>
                    <a:pt x="146050" y="0"/>
                  </a:lnTo>
                  <a:cubicBezTo>
                    <a:pt x="66040" y="0"/>
                    <a:pt x="0" y="66040"/>
                    <a:pt x="0" y="146050"/>
                  </a:cubicBezTo>
                  <a:lnTo>
                    <a:pt x="0" y="333126"/>
                  </a:lnTo>
                  <a:cubicBezTo>
                    <a:pt x="0" y="414406"/>
                    <a:pt x="66040" y="479176"/>
                    <a:pt x="146050" y="479176"/>
                  </a:cubicBezTo>
                  <a:close/>
                </a:path>
              </a:pathLst>
            </a:custGeom>
            <a:solidFill>
              <a:srgbClr val="F1EDE1"/>
            </a:solidFill>
          </p:spPr>
        </p:sp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496913" cy="547756"/>
            </a:xfrm>
            <a:custGeom>
              <a:avLst/>
              <a:gdLst/>
              <a:ahLst/>
              <a:cxnLst/>
              <a:rect r="r" b="b" t="t" l="l"/>
              <a:pathLst>
                <a:path h="547756" w="496913">
                  <a:moveTo>
                    <a:pt x="433413" y="74930"/>
                  </a:moveTo>
                  <a:cubicBezTo>
                    <a:pt x="405473" y="30480"/>
                    <a:pt x="355943" y="0"/>
                    <a:pt x="298793" y="0"/>
                  </a:cubicBezTo>
                  <a:lnTo>
                    <a:pt x="158750" y="0"/>
                  </a:lnTo>
                  <a:cubicBezTo>
                    <a:pt x="71120" y="0"/>
                    <a:pt x="0" y="71120"/>
                    <a:pt x="0" y="158750"/>
                  </a:cubicBezTo>
                  <a:lnTo>
                    <a:pt x="0" y="345826"/>
                  </a:lnTo>
                  <a:cubicBezTo>
                    <a:pt x="0" y="397896"/>
                    <a:pt x="25400" y="443616"/>
                    <a:pt x="63500" y="472826"/>
                  </a:cubicBezTo>
                  <a:cubicBezTo>
                    <a:pt x="91440" y="517276"/>
                    <a:pt x="140970" y="547756"/>
                    <a:pt x="189439" y="547756"/>
                  </a:cubicBezTo>
                  <a:lnTo>
                    <a:pt x="338163" y="547756"/>
                  </a:lnTo>
                  <a:cubicBezTo>
                    <a:pt x="425793" y="547756"/>
                    <a:pt x="496913" y="476636"/>
                    <a:pt x="496913" y="389006"/>
                  </a:cubicBezTo>
                  <a:lnTo>
                    <a:pt x="496913" y="201930"/>
                  </a:lnTo>
                  <a:cubicBezTo>
                    <a:pt x="496913" y="149860"/>
                    <a:pt x="471513" y="104140"/>
                    <a:pt x="433413" y="74930"/>
                  </a:cubicBezTo>
                  <a:close/>
                  <a:moveTo>
                    <a:pt x="12700" y="345826"/>
                  </a:moveTo>
                  <a:lnTo>
                    <a:pt x="12700" y="158750"/>
                  </a:lnTo>
                  <a:cubicBezTo>
                    <a:pt x="12700" y="78740"/>
                    <a:pt x="78740" y="12700"/>
                    <a:pt x="158750" y="12700"/>
                  </a:cubicBezTo>
                  <a:lnTo>
                    <a:pt x="298793" y="12700"/>
                  </a:lnTo>
                  <a:cubicBezTo>
                    <a:pt x="378803" y="12700"/>
                    <a:pt x="444843" y="78740"/>
                    <a:pt x="444843" y="158750"/>
                  </a:cubicBezTo>
                  <a:lnTo>
                    <a:pt x="444843" y="345826"/>
                  </a:lnTo>
                  <a:cubicBezTo>
                    <a:pt x="444843" y="425836"/>
                    <a:pt x="378803" y="491876"/>
                    <a:pt x="298793" y="491876"/>
                  </a:cubicBezTo>
                  <a:lnTo>
                    <a:pt x="158750" y="491876"/>
                  </a:lnTo>
                  <a:cubicBezTo>
                    <a:pt x="78740" y="491876"/>
                    <a:pt x="12700" y="427106"/>
                    <a:pt x="12700" y="345826"/>
                  </a:cubicBezTo>
                  <a:close/>
                  <a:moveTo>
                    <a:pt x="485483" y="389006"/>
                  </a:moveTo>
                  <a:cubicBezTo>
                    <a:pt x="485483" y="469016"/>
                    <a:pt x="418173" y="535056"/>
                    <a:pt x="338163" y="535056"/>
                  </a:cubicBezTo>
                  <a:lnTo>
                    <a:pt x="189439" y="535056"/>
                  </a:lnTo>
                  <a:cubicBezTo>
                    <a:pt x="157480" y="535056"/>
                    <a:pt x="120650" y="518546"/>
                    <a:pt x="93980" y="490606"/>
                  </a:cubicBezTo>
                  <a:cubicBezTo>
                    <a:pt x="114300" y="499496"/>
                    <a:pt x="135890" y="504576"/>
                    <a:pt x="160020" y="504576"/>
                  </a:cubicBezTo>
                  <a:lnTo>
                    <a:pt x="300063" y="504576"/>
                  </a:lnTo>
                  <a:cubicBezTo>
                    <a:pt x="387693" y="504576"/>
                    <a:pt x="458813" y="433456"/>
                    <a:pt x="458813" y="345826"/>
                  </a:cubicBezTo>
                  <a:lnTo>
                    <a:pt x="458813" y="158750"/>
                  </a:lnTo>
                  <a:cubicBezTo>
                    <a:pt x="458813" y="140970"/>
                    <a:pt x="455003" y="123190"/>
                    <a:pt x="449923" y="106680"/>
                  </a:cubicBezTo>
                  <a:cubicBezTo>
                    <a:pt x="471513" y="132080"/>
                    <a:pt x="485483" y="165100"/>
                    <a:pt x="485483" y="201930"/>
                  </a:cubicBezTo>
                  <a:lnTo>
                    <a:pt x="485483" y="389006"/>
                  </a:lnTo>
                  <a:close/>
                </a:path>
              </a:pathLst>
            </a:custGeom>
            <a:solidFill>
              <a:srgbClr val="96A6A1"/>
            </a:solidFill>
          </p:spPr>
        </p:sp>
      </p:grpSp>
      <p:sp>
        <p:nvSpPr>
          <p:cNvPr name="AutoShape 32" id="32"/>
          <p:cNvSpPr/>
          <p:nvPr/>
        </p:nvSpPr>
        <p:spPr>
          <a:xfrm rot="0">
            <a:off x="1811760" y="4545799"/>
            <a:ext cx="4508784" cy="0"/>
          </a:xfrm>
          <a:prstGeom prst="line">
            <a:avLst/>
          </a:prstGeom>
          <a:ln cap="flat" w="9525">
            <a:solidFill>
              <a:srgbClr val="96A6A1"/>
            </a:solidFill>
            <a:prstDash val="lgDash"/>
            <a:headEnd type="none" len="sm" w="sm"/>
            <a:tailEnd type="none" len="sm" w="sm"/>
          </a:ln>
        </p:spPr>
      </p:sp>
      <p:sp>
        <p:nvSpPr>
          <p:cNvPr name="AutoShape 33" id="33"/>
          <p:cNvSpPr/>
          <p:nvPr/>
        </p:nvSpPr>
        <p:spPr>
          <a:xfrm rot="0">
            <a:off x="1811760" y="4974746"/>
            <a:ext cx="4508784" cy="0"/>
          </a:xfrm>
          <a:prstGeom prst="line">
            <a:avLst/>
          </a:prstGeom>
          <a:ln cap="flat" w="9525">
            <a:solidFill>
              <a:srgbClr val="96A6A1"/>
            </a:solidFill>
            <a:prstDash val="lgDash"/>
            <a:headEnd type="none" len="sm" w="sm"/>
            <a:tailEnd type="none" len="sm" w="sm"/>
          </a:ln>
        </p:spPr>
      </p:sp>
      <p:grpSp>
        <p:nvGrpSpPr>
          <p:cNvPr name="Group 34" id="34"/>
          <p:cNvGrpSpPr/>
          <p:nvPr/>
        </p:nvGrpSpPr>
        <p:grpSpPr>
          <a:xfrm rot="0">
            <a:off x="1041400" y="5801044"/>
            <a:ext cx="5689600" cy="3302991"/>
            <a:chOff x="0" y="0"/>
            <a:chExt cx="7783155" cy="4518366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92710" y="106680"/>
              <a:ext cx="7679015" cy="4398986"/>
            </a:xfrm>
            <a:custGeom>
              <a:avLst/>
              <a:gdLst/>
              <a:ahLst/>
              <a:cxnLst/>
              <a:rect r="r" b="b" t="t" l="l"/>
              <a:pathLst>
                <a:path h="4398986" w="7679015">
                  <a:moveTo>
                    <a:pt x="7652344" y="4209756"/>
                  </a:moveTo>
                  <a:cubicBezTo>
                    <a:pt x="7652344" y="4297386"/>
                    <a:pt x="7576144" y="4368506"/>
                    <a:pt x="7494865" y="4368506"/>
                  </a:cubicBezTo>
                  <a:lnTo>
                    <a:pt x="66040" y="4368506"/>
                  </a:lnTo>
                  <a:cubicBezTo>
                    <a:pt x="43180" y="4368506"/>
                    <a:pt x="20320" y="4363426"/>
                    <a:pt x="0" y="4354536"/>
                  </a:cubicBezTo>
                  <a:cubicBezTo>
                    <a:pt x="26670" y="4382476"/>
                    <a:pt x="63500" y="4398986"/>
                    <a:pt x="143070" y="4398986"/>
                  </a:cubicBezTo>
                  <a:lnTo>
                    <a:pt x="7532965" y="4398986"/>
                  </a:lnTo>
                  <a:cubicBezTo>
                    <a:pt x="7612975" y="4398986"/>
                    <a:pt x="7679015" y="4332946"/>
                    <a:pt x="7679015" y="4252936"/>
                  </a:cubicBezTo>
                  <a:lnTo>
                    <a:pt x="7679015" y="95250"/>
                  </a:lnTo>
                  <a:cubicBezTo>
                    <a:pt x="7679015" y="58420"/>
                    <a:pt x="7665044" y="25400"/>
                    <a:pt x="7643454" y="0"/>
                  </a:cubicBezTo>
                  <a:cubicBezTo>
                    <a:pt x="7649804" y="16510"/>
                    <a:pt x="7652344" y="34290"/>
                    <a:pt x="7652344" y="52070"/>
                  </a:cubicBezTo>
                  <a:lnTo>
                    <a:pt x="7652344" y="4209756"/>
                  </a:lnTo>
                  <a:close/>
                </a:path>
              </a:pathLst>
            </a:custGeom>
            <a:solidFill>
              <a:srgbClr val="96A6A1"/>
            </a:solidFill>
          </p:spPr>
        </p:sp>
        <p:sp>
          <p:nvSpPr>
            <p:cNvPr name="Freeform 36" id="36"/>
            <p:cNvSpPr/>
            <p:nvPr/>
          </p:nvSpPr>
          <p:spPr>
            <a:xfrm flipH="false" flipV="false" rot="0">
              <a:off x="12700" y="12700"/>
              <a:ext cx="7718385" cy="4449786"/>
            </a:xfrm>
            <a:custGeom>
              <a:avLst/>
              <a:gdLst/>
              <a:ahLst/>
              <a:cxnLst/>
              <a:rect r="r" b="b" t="t" l="l"/>
              <a:pathLst>
                <a:path h="4449786" w="7718385">
                  <a:moveTo>
                    <a:pt x="146050" y="4449786"/>
                  </a:moveTo>
                  <a:lnTo>
                    <a:pt x="7572335" y="4449786"/>
                  </a:lnTo>
                  <a:cubicBezTo>
                    <a:pt x="7652345" y="4449786"/>
                    <a:pt x="7718385" y="4383746"/>
                    <a:pt x="7718385" y="4303736"/>
                  </a:cubicBezTo>
                  <a:lnTo>
                    <a:pt x="7718385" y="146050"/>
                  </a:lnTo>
                  <a:cubicBezTo>
                    <a:pt x="7718385" y="66040"/>
                    <a:pt x="7652345" y="0"/>
                    <a:pt x="7572335" y="0"/>
                  </a:cubicBezTo>
                  <a:lnTo>
                    <a:pt x="146050" y="0"/>
                  </a:lnTo>
                  <a:cubicBezTo>
                    <a:pt x="66040" y="0"/>
                    <a:pt x="0" y="66040"/>
                    <a:pt x="0" y="146050"/>
                  </a:cubicBezTo>
                  <a:lnTo>
                    <a:pt x="0" y="4303736"/>
                  </a:lnTo>
                  <a:cubicBezTo>
                    <a:pt x="0" y="4385016"/>
                    <a:pt x="66040" y="4449786"/>
                    <a:pt x="146050" y="4449786"/>
                  </a:cubicBezTo>
                  <a:close/>
                </a:path>
              </a:pathLst>
            </a:custGeom>
            <a:solidFill>
              <a:srgbClr val="D3FFC5"/>
            </a:solidFill>
          </p:spPr>
        </p:sp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7783154" cy="4518366"/>
            </a:xfrm>
            <a:custGeom>
              <a:avLst/>
              <a:gdLst/>
              <a:ahLst/>
              <a:cxnLst/>
              <a:rect r="r" b="b" t="t" l="l"/>
              <a:pathLst>
                <a:path h="4518366" w="7783154">
                  <a:moveTo>
                    <a:pt x="7719654" y="74930"/>
                  </a:moveTo>
                  <a:cubicBezTo>
                    <a:pt x="7691714" y="30480"/>
                    <a:pt x="7642185" y="0"/>
                    <a:pt x="7585035" y="0"/>
                  </a:cubicBezTo>
                  <a:lnTo>
                    <a:pt x="158750" y="0"/>
                  </a:lnTo>
                  <a:cubicBezTo>
                    <a:pt x="71120" y="0"/>
                    <a:pt x="0" y="71120"/>
                    <a:pt x="0" y="158750"/>
                  </a:cubicBezTo>
                  <a:lnTo>
                    <a:pt x="0" y="4316436"/>
                  </a:lnTo>
                  <a:cubicBezTo>
                    <a:pt x="0" y="4368505"/>
                    <a:pt x="25400" y="4414226"/>
                    <a:pt x="63500" y="4443436"/>
                  </a:cubicBezTo>
                  <a:cubicBezTo>
                    <a:pt x="91440" y="4487886"/>
                    <a:pt x="140970" y="4518366"/>
                    <a:pt x="243125" y="4518366"/>
                  </a:cubicBezTo>
                  <a:lnTo>
                    <a:pt x="7624404" y="4518366"/>
                  </a:lnTo>
                  <a:cubicBezTo>
                    <a:pt x="7712035" y="4518366"/>
                    <a:pt x="7783154" y="4447246"/>
                    <a:pt x="7783154" y="4359616"/>
                  </a:cubicBezTo>
                  <a:lnTo>
                    <a:pt x="7783154" y="201930"/>
                  </a:lnTo>
                  <a:cubicBezTo>
                    <a:pt x="7783154" y="149860"/>
                    <a:pt x="7757754" y="104140"/>
                    <a:pt x="7719654" y="74930"/>
                  </a:cubicBezTo>
                  <a:close/>
                  <a:moveTo>
                    <a:pt x="12700" y="4316436"/>
                  </a:moveTo>
                  <a:lnTo>
                    <a:pt x="12700" y="158750"/>
                  </a:lnTo>
                  <a:cubicBezTo>
                    <a:pt x="12700" y="78740"/>
                    <a:pt x="78740" y="12700"/>
                    <a:pt x="158750" y="12700"/>
                  </a:cubicBezTo>
                  <a:lnTo>
                    <a:pt x="7585035" y="12700"/>
                  </a:lnTo>
                  <a:cubicBezTo>
                    <a:pt x="7665045" y="12700"/>
                    <a:pt x="7731085" y="78740"/>
                    <a:pt x="7731085" y="158750"/>
                  </a:cubicBezTo>
                  <a:lnTo>
                    <a:pt x="7731085" y="4316436"/>
                  </a:lnTo>
                  <a:cubicBezTo>
                    <a:pt x="7731085" y="4396446"/>
                    <a:pt x="7665045" y="4462486"/>
                    <a:pt x="7585035" y="4462486"/>
                  </a:cubicBezTo>
                  <a:lnTo>
                    <a:pt x="158750" y="4462486"/>
                  </a:lnTo>
                  <a:cubicBezTo>
                    <a:pt x="78740" y="4462486"/>
                    <a:pt x="12700" y="4397716"/>
                    <a:pt x="12700" y="4316436"/>
                  </a:cubicBezTo>
                  <a:close/>
                  <a:moveTo>
                    <a:pt x="7771725" y="4359616"/>
                  </a:moveTo>
                  <a:cubicBezTo>
                    <a:pt x="7771725" y="4439626"/>
                    <a:pt x="7704414" y="4505666"/>
                    <a:pt x="7624404" y="4505666"/>
                  </a:cubicBezTo>
                  <a:lnTo>
                    <a:pt x="243125" y="4505666"/>
                  </a:lnTo>
                  <a:cubicBezTo>
                    <a:pt x="157480" y="4505666"/>
                    <a:pt x="120650" y="4489155"/>
                    <a:pt x="93980" y="4461216"/>
                  </a:cubicBezTo>
                  <a:cubicBezTo>
                    <a:pt x="114300" y="4470105"/>
                    <a:pt x="135890" y="4475186"/>
                    <a:pt x="160020" y="4475186"/>
                  </a:cubicBezTo>
                  <a:lnTo>
                    <a:pt x="7586304" y="4475186"/>
                  </a:lnTo>
                  <a:cubicBezTo>
                    <a:pt x="7673935" y="4475186"/>
                    <a:pt x="7745054" y="4404066"/>
                    <a:pt x="7745054" y="4316435"/>
                  </a:cubicBezTo>
                  <a:lnTo>
                    <a:pt x="7745054" y="158750"/>
                  </a:lnTo>
                  <a:cubicBezTo>
                    <a:pt x="7745054" y="140970"/>
                    <a:pt x="7741245" y="123190"/>
                    <a:pt x="7736164" y="106680"/>
                  </a:cubicBezTo>
                  <a:cubicBezTo>
                    <a:pt x="7757754" y="132080"/>
                    <a:pt x="7771725" y="165100"/>
                    <a:pt x="7771725" y="201930"/>
                  </a:cubicBezTo>
                  <a:lnTo>
                    <a:pt x="7771725" y="4359616"/>
                  </a:lnTo>
                  <a:close/>
                </a:path>
              </a:pathLst>
            </a:custGeom>
            <a:solidFill>
              <a:srgbClr val="96A6A1"/>
            </a:solidFill>
          </p:spPr>
        </p:sp>
      </p:grpSp>
      <p:sp>
        <p:nvSpPr>
          <p:cNvPr name="AutoShape 38" id="38"/>
          <p:cNvSpPr/>
          <p:nvPr/>
        </p:nvSpPr>
        <p:spPr>
          <a:xfrm rot="0">
            <a:off x="1811760" y="5832641"/>
            <a:ext cx="4508784" cy="0"/>
          </a:xfrm>
          <a:prstGeom prst="line">
            <a:avLst/>
          </a:prstGeom>
          <a:ln cap="flat" w="9525">
            <a:solidFill>
              <a:srgbClr val="96A6A1"/>
            </a:solidFill>
            <a:prstDash val="lgDash"/>
            <a:headEnd type="none" len="sm" w="sm"/>
            <a:tailEnd type="none" len="sm" w="sm"/>
          </a:ln>
        </p:spPr>
      </p:sp>
      <p:grpSp>
        <p:nvGrpSpPr>
          <p:cNvPr name="Group 39" id="39"/>
          <p:cNvGrpSpPr/>
          <p:nvPr/>
        </p:nvGrpSpPr>
        <p:grpSpPr>
          <a:xfrm rot="0">
            <a:off x="1451856" y="5993931"/>
            <a:ext cx="205509" cy="226536"/>
            <a:chOff x="0" y="0"/>
            <a:chExt cx="496913" cy="547756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92710" y="106680"/>
              <a:ext cx="392773" cy="428376"/>
            </a:xfrm>
            <a:custGeom>
              <a:avLst/>
              <a:gdLst/>
              <a:ahLst/>
              <a:cxnLst/>
              <a:rect r="r" b="b" t="t" l="l"/>
              <a:pathLst>
                <a:path h="428376" w="392773">
                  <a:moveTo>
                    <a:pt x="366103" y="239146"/>
                  </a:moveTo>
                  <a:cubicBezTo>
                    <a:pt x="366103" y="326776"/>
                    <a:pt x="289903" y="397896"/>
                    <a:pt x="208623" y="397896"/>
                  </a:cubicBezTo>
                  <a:lnTo>
                    <a:pt x="66040" y="397896"/>
                  </a:lnTo>
                  <a:cubicBezTo>
                    <a:pt x="43180" y="397896"/>
                    <a:pt x="20320" y="392816"/>
                    <a:pt x="0" y="383926"/>
                  </a:cubicBezTo>
                  <a:cubicBezTo>
                    <a:pt x="26670" y="411866"/>
                    <a:pt x="63500" y="428376"/>
                    <a:pt x="96630" y="428376"/>
                  </a:cubicBezTo>
                  <a:lnTo>
                    <a:pt x="246723" y="428376"/>
                  </a:lnTo>
                  <a:cubicBezTo>
                    <a:pt x="326733" y="428376"/>
                    <a:pt x="392773" y="362336"/>
                    <a:pt x="392773" y="282326"/>
                  </a:cubicBezTo>
                  <a:lnTo>
                    <a:pt x="392773" y="95250"/>
                  </a:lnTo>
                  <a:cubicBezTo>
                    <a:pt x="392773" y="58420"/>
                    <a:pt x="378803" y="25400"/>
                    <a:pt x="357213" y="0"/>
                  </a:cubicBezTo>
                  <a:cubicBezTo>
                    <a:pt x="363563" y="16510"/>
                    <a:pt x="366103" y="34290"/>
                    <a:pt x="366103" y="52070"/>
                  </a:cubicBezTo>
                  <a:lnTo>
                    <a:pt x="366103" y="239146"/>
                  </a:lnTo>
                  <a:close/>
                </a:path>
              </a:pathLst>
            </a:custGeom>
            <a:solidFill>
              <a:srgbClr val="96A6A1"/>
            </a:solidFill>
          </p:spPr>
        </p:sp>
        <p:sp>
          <p:nvSpPr>
            <p:cNvPr name="Freeform 41" id="41"/>
            <p:cNvSpPr/>
            <p:nvPr/>
          </p:nvSpPr>
          <p:spPr>
            <a:xfrm flipH="false" flipV="false" rot="0">
              <a:off x="12700" y="12700"/>
              <a:ext cx="432143" cy="479176"/>
            </a:xfrm>
            <a:custGeom>
              <a:avLst/>
              <a:gdLst/>
              <a:ahLst/>
              <a:cxnLst/>
              <a:rect r="r" b="b" t="t" l="l"/>
              <a:pathLst>
                <a:path h="479176" w="432143">
                  <a:moveTo>
                    <a:pt x="146050" y="479176"/>
                  </a:moveTo>
                  <a:lnTo>
                    <a:pt x="286093" y="479176"/>
                  </a:lnTo>
                  <a:cubicBezTo>
                    <a:pt x="366103" y="479176"/>
                    <a:pt x="432143" y="413136"/>
                    <a:pt x="432143" y="333126"/>
                  </a:cubicBezTo>
                  <a:lnTo>
                    <a:pt x="432143" y="146050"/>
                  </a:lnTo>
                  <a:cubicBezTo>
                    <a:pt x="432143" y="66040"/>
                    <a:pt x="366103" y="0"/>
                    <a:pt x="286093" y="0"/>
                  </a:cubicBezTo>
                  <a:lnTo>
                    <a:pt x="146050" y="0"/>
                  </a:lnTo>
                  <a:cubicBezTo>
                    <a:pt x="66040" y="0"/>
                    <a:pt x="0" y="66040"/>
                    <a:pt x="0" y="146050"/>
                  </a:cubicBezTo>
                  <a:lnTo>
                    <a:pt x="0" y="333126"/>
                  </a:lnTo>
                  <a:cubicBezTo>
                    <a:pt x="0" y="414406"/>
                    <a:pt x="66040" y="479176"/>
                    <a:pt x="146050" y="479176"/>
                  </a:cubicBezTo>
                  <a:close/>
                </a:path>
              </a:pathLst>
            </a:custGeom>
            <a:solidFill>
              <a:srgbClr val="F1EDE1"/>
            </a:solidFill>
          </p:spPr>
        </p:sp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496913" cy="547756"/>
            </a:xfrm>
            <a:custGeom>
              <a:avLst/>
              <a:gdLst/>
              <a:ahLst/>
              <a:cxnLst/>
              <a:rect r="r" b="b" t="t" l="l"/>
              <a:pathLst>
                <a:path h="547756" w="496913">
                  <a:moveTo>
                    <a:pt x="433413" y="74930"/>
                  </a:moveTo>
                  <a:cubicBezTo>
                    <a:pt x="405473" y="30480"/>
                    <a:pt x="355943" y="0"/>
                    <a:pt x="298793" y="0"/>
                  </a:cubicBezTo>
                  <a:lnTo>
                    <a:pt x="158750" y="0"/>
                  </a:lnTo>
                  <a:cubicBezTo>
                    <a:pt x="71120" y="0"/>
                    <a:pt x="0" y="71120"/>
                    <a:pt x="0" y="158750"/>
                  </a:cubicBezTo>
                  <a:lnTo>
                    <a:pt x="0" y="345826"/>
                  </a:lnTo>
                  <a:cubicBezTo>
                    <a:pt x="0" y="397896"/>
                    <a:pt x="25400" y="443616"/>
                    <a:pt x="63500" y="472826"/>
                  </a:cubicBezTo>
                  <a:cubicBezTo>
                    <a:pt x="91440" y="517276"/>
                    <a:pt x="140970" y="547756"/>
                    <a:pt x="189439" y="547756"/>
                  </a:cubicBezTo>
                  <a:lnTo>
                    <a:pt x="338163" y="547756"/>
                  </a:lnTo>
                  <a:cubicBezTo>
                    <a:pt x="425793" y="547756"/>
                    <a:pt x="496913" y="476636"/>
                    <a:pt x="496913" y="389006"/>
                  </a:cubicBezTo>
                  <a:lnTo>
                    <a:pt x="496913" y="201930"/>
                  </a:lnTo>
                  <a:cubicBezTo>
                    <a:pt x="496913" y="149860"/>
                    <a:pt x="471513" y="104140"/>
                    <a:pt x="433413" y="74930"/>
                  </a:cubicBezTo>
                  <a:close/>
                  <a:moveTo>
                    <a:pt x="12700" y="345826"/>
                  </a:moveTo>
                  <a:lnTo>
                    <a:pt x="12700" y="158750"/>
                  </a:lnTo>
                  <a:cubicBezTo>
                    <a:pt x="12700" y="78740"/>
                    <a:pt x="78740" y="12700"/>
                    <a:pt x="158750" y="12700"/>
                  </a:cubicBezTo>
                  <a:lnTo>
                    <a:pt x="298793" y="12700"/>
                  </a:lnTo>
                  <a:cubicBezTo>
                    <a:pt x="378803" y="12700"/>
                    <a:pt x="444843" y="78740"/>
                    <a:pt x="444843" y="158750"/>
                  </a:cubicBezTo>
                  <a:lnTo>
                    <a:pt x="444843" y="345826"/>
                  </a:lnTo>
                  <a:cubicBezTo>
                    <a:pt x="444843" y="425836"/>
                    <a:pt x="378803" y="491876"/>
                    <a:pt x="298793" y="491876"/>
                  </a:cubicBezTo>
                  <a:lnTo>
                    <a:pt x="158750" y="491876"/>
                  </a:lnTo>
                  <a:cubicBezTo>
                    <a:pt x="78740" y="491876"/>
                    <a:pt x="12700" y="427106"/>
                    <a:pt x="12700" y="345826"/>
                  </a:cubicBezTo>
                  <a:close/>
                  <a:moveTo>
                    <a:pt x="485483" y="389006"/>
                  </a:moveTo>
                  <a:cubicBezTo>
                    <a:pt x="485483" y="469016"/>
                    <a:pt x="418173" y="535056"/>
                    <a:pt x="338163" y="535056"/>
                  </a:cubicBezTo>
                  <a:lnTo>
                    <a:pt x="189439" y="535056"/>
                  </a:lnTo>
                  <a:cubicBezTo>
                    <a:pt x="157480" y="535056"/>
                    <a:pt x="120650" y="518546"/>
                    <a:pt x="93980" y="490606"/>
                  </a:cubicBezTo>
                  <a:cubicBezTo>
                    <a:pt x="114300" y="499496"/>
                    <a:pt x="135890" y="504576"/>
                    <a:pt x="160020" y="504576"/>
                  </a:cubicBezTo>
                  <a:lnTo>
                    <a:pt x="300063" y="504576"/>
                  </a:lnTo>
                  <a:cubicBezTo>
                    <a:pt x="387693" y="504576"/>
                    <a:pt x="458813" y="433456"/>
                    <a:pt x="458813" y="345826"/>
                  </a:cubicBezTo>
                  <a:lnTo>
                    <a:pt x="458813" y="158750"/>
                  </a:lnTo>
                  <a:cubicBezTo>
                    <a:pt x="458813" y="140970"/>
                    <a:pt x="455003" y="123190"/>
                    <a:pt x="449923" y="106680"/>
                  </a:cubicBezTo>
                  <a:cubicBezTo>
                    <a:pt x="471513" y="132080"/>
                    <a:pt x="485483" y="165100"/>
                    <a:pt x="485483" y="201930"/>
                  </a:cubicBezTo>
                  <a:lnTo>
                    <a:pt x="485483" y="389006"/>
                  </a:lnTo>
                  <a:close/>
                </a:path>
              </a:pathLst>
            </a:custGeom>
            <a:solidFill>
              <a:srgbClr val="96A6A1"/>
            </a:solidFill>
          </p:spPr>
        </p:sp>
      </p:grpSp>
      <p:sp>
        <p:nvSpPr>
          <p:cNvPr name="AutoShape 43" id="43"/>
          <p:cNvSpPr/>
          <p:nvPr/>
        </p:nvSpPr>
        <p:spPr>
          <a:xfrm rot="0">
            <a:off x="1811760" y="6261588"/>
            <a:ext cx="4508784" cy="0"/>
          </a:xfrm>
          <a:prstGeom prst="line">
            <a:avLst/>
          </a:prstGeom>
          <a:ln cap="flat" w="9525">
            <a:solidFill>
              <a:srgbClr val="96A6A1"/>
            </a:solidFill>
            <a:prstDash val="lgDash"/>
            <a:headEnd type="none" len="sm" w="sm"/>
            <a:tailEnd type="none" len="sm" w="sm"/>
          </a:ln>
        </p:spPr>
      </p:sp>
      <p:sp>
        <p:nvSpPr>
          <p:cNvPr name="AutoShape 44" id="44"/>
          <p:cNvSpPr/>
          <p:nvPr/>
        </p:nvSpPr>
        <p:spPr>
          <a:xfrm rot="0">
            <a:off x="1811760" y="6690535"/>
            <a:ext cx="4508784" cy="0"/>
          </a:xfrm>
          <a:prstGeom prst="line">
            <a:avLst/>
          </a:prstGeom>
          <a:ln cap="flat" w="9525">
            <a:solidFill>
              <a:srgbClr val="96A6A1"/>
            </a:solidFill>
            <a:prstDash val="lgDash"/>
            <a:headEnd type="none" len="sm" w="sm"/>
            <a:tailEnd type="none" len="sm" w="sm"/>
          </a:ln>
        </p:spPr>
      </p:sp>
      <p:grpSp>
        <p:nvGrpSpPr>
          <p:cNvPr name="Group 45" id="45"/>
          <p:cNvGrpSpPr/>
          <p:nvPr/>
        </p:nvGrpSpPr>
        <p:grpSpPr>
          <a:xfrm rot="0">
            <a:off x="1451856" y="6851825"/>
            <a:ext cx="205509" cy="226536"/>
            <a:chOff x="0" y="0"/>
            <a:chExt cx="496913" cy="547756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92710" y="106680"/>
              <a:ext cx="392773" cy="428376"/>
            </a:xfrm>
            <a:custGeom>
              <a:avLst/>
              <a:gdLst/>
              <a:ahLst/>
              <a:cxnLst/>
              <a:rect r="r" b="b" t="t" l="l"/>
              <a:pathLst>
                <a:path h="428376" w="392773">
                  <a:moveTo>
                    <a:pt x="366103" y="239146"/>
                  </a:moveTo>
                  <a:cubicBezTo>
                    <a:pt x="366103" y="326776"/>
                    <a:pt x="289903" y="397896"/>
                    <a:pt x="208623" y="397896"/>
                  </a:cubicBezTo>
                  <a:lnTo>
                    <a:pt x="66040" y="397896"/>
                  </a:lnTo>
                  <a:cubicBezTo>
                    <a:pt x="43180" y="397896"/>
                    <a:pt x="20320" y="392816"/>
                    <a:pt x="0" y="383926"/>
                  </a:cubicBezTo>
                  <a:cubicBezTo>
                    <a:pt x="26670" y="411866"/>
                    <a:pt x="63500" y="428376"/>
                    <a:pt x="96630" y="428376"/>
                  </a:cubicBezTo>
                  <a:lnTo>
                    <a:pt x="246723" y="428376"/>
                  </a:lnTo>
                  <a:cubicBezTo>
                    <a:pt x="326733" y="428376"/>
                    <a:pt x="392773" y="362336"/>
                    <a:pt x="392773" y="282326"/>
                  </a:cubicBezTo>
                  <a:lnTo>
                    <a:pt x="392773" y="95250"/>
                  </a:lnTo>
                  <a:cubicBezTo>
                    <a:pt x="392773" y="58420"/>
                    <a:pt x="378803" y="25400"/>
                    <a:pt x="357213" y="0"/>
                  </a:cubicBezTo>
                  <a:cubicBezTo>
                    <a:pt x="363563" y="16510"/>
                    <a:pt x="366103" y="34290"/>
                    <a:pt x="366103" y="52070"/>
                  </a:cubicBezTo>
                  <a:lnTo>
                    <a:pt x="366103" y="239146"/>
                  </a:lnTo>
                  <a:close/>
                </a:path>
              </a:pathLst>
            </a:custGeom>
            <a:solidFill>
              <a:srgbClr val="96A6A1"/>
            </a:solidFill>
          </p:spPr>
        </p:sp>
        <p:sp>
          <p:nvSpPr>
            <p:cNvPr name="Freeform 47" id="47"/>
            <p:cNvSpPr/>
            <p:nvPr/>
          </p:nvSpPr>
          <p:spPr>
            <a:xfrm flipH="false" flipV="false" rot="0">
              <a:off x="12700" y="12700"/>
              <a:ext cx="432143" cy="479176"/>
            </a:xfrm>
            <a:custGeom>
              <a:avLst/>
              <a:gdLst/>
              <a:ahLst/>
              <a:cxnLst/>
              <a:rect r="r" b="b" t="t" l="l"/>
              <a:pathLst>
                <a:path h="479176" w="432143">
                  <a:moveTo>
                    <a:pt x="146050" y="479176"/>
                  </a:moveTo>
                  <a:lnTo>
                    <a:pt x="286093" y="479176"/>
                  </a:lnTo>
                  <a:cubicBezTo>
                    <a:pt x="366103" y="479176"/>
                    <a:pt x="432143" y="413136"/>
                    <a:pt x="432143" y="333126"/>
                  </a:cubicBezTo>
                  <a:lnTo>
                    <a:pt x="432143" y="146050"/>
                  </a:lnTo>
                  <a:cubicBezTo>
                    <a:pt x="432143" y="66040"/>
                    <a:pt x="366103" y="0"/>
                    <a:pt x="286093" y="0"/>
                  </a:cubicBezTo>
                  <a:lnTo>
                    <a:pt x="146050" y="0"/>
                  </a:lnTo>
                  <a:cubicBezTo>
                    <a:pt x="66040" y="0"/>
                    <a:pt x="0" y="66040"/>
                    <a:pt x="0" y="146050"/>
                  </a:cubicBezTo>
                  <a:lnTo>
                    <a:pt x="0" y="333126"/>
                  </a:lnTo>
                  <a:cubicBezTo>
                    <a:pt x="0" y="414406"/>
                    <a:pt x="66040" y="479176"/>
                    <a:pt x="146050" y="479176"/>
                  </a:cubicBezTo>
                  <a:close/>
                </a:path>
              </a:pathLst>
            </a:custGeom>
            <a:solidFill>
              <a:srgbClr val="F1EDE1"/>
            </a:solidFill>
          </p:spPr>
        </p:sp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496913" cy="547756"/>
            </a:xfrm>
            <a:custGeom>
              <a:avLst/>
              <a:gdLst/>
              <a:ahLst/>
              <a:cxnLst/>
              <a:rect r="r" b="b" t="t" l="l"/>
              <a:pathLst>
                <a:path h="547756" w="496913">
                  <a:moveTo>
                    <a:pt x="433413" y="74930"/>
                  </a:moveTo>
                  <a:cubicBezTo>
                    <a:pt x="405473" y="30480"/>
                    <a:pt x="355943" y="0"/>
                    <a:pt x="298793" y="0"/>
                  </a:cubicBezTo>
                  <a:lnTo>
                    <a:pt x="158750" y="0"/>
                  </a:lnTo>
                  <a:cubicBezTo>
                    <a:pt x="71120" y="0"/>
                    <a:pt x="0" y="71120"/>
                    <a:pt x="0" y="158750"/>
                  </a:cubicBezTo>
                  <a:lnTo>
                    <a:pt x="0" y="345826"/>
                  </a:lnTo>
                  <a:cubicBezTo>
                    <a:pt x="0" y="397896"/>
                    <a:pt x="25400" y="443616"/>
                    <a:pt x="63500" y="472826"/>
                  </a:cubicBezTo>
                  <a:cubicBezTo>
                    <a:pt x="91440" y="517276"/>
                    <a:pt x="140970" y="547756"/>
                    <a:pt x="189439" y="547756"/>
                  </a:cubicBezTo>
                  <a:lnTo>
                    <a:pt x="338163" y="547756"/>
                  </a:lnTo>
                  <a:cubicBezTo>
                    <a:pt x="425793" y="547756"/>
                    <a:pt x="496913" y="476636"/>
                    <a:pt x="496913" y="389006"/>
                  </a:cubicBezTo>
                  <a:lnTo>
                    <a:pt x="496913" y="201930"/>
                  </a:lnTo>
                  <a:cubicBezTo>
                    <a:pt x="496913" y="149860"/>
                    <a:pt x="471513" y="104140"/>
                    <a:pt x="433413" y="74930"/>
                  </a:cubicBezTo>
                  <a:close/>
                  <a:moveTo>
                    <a:pt x="12700" y="345826"/>
                  </a:moveTo>
                  <a:lnTo>
                    <a:pt x="12700" y="158750"/>
                  </a:lnTo>
                  <a:cubicBezTo>
                    <a:pt x="12700" y="78740"/>
                    <a:pt x="78740" y="12700"/>
                    <a:pt x="158750" y="12700"/>
                  </a:cubicBezTo>
                  <a:lnTo>
                    <a:pt x="298793" y="12700"/>
                  </a:lnTo>
                  <a:cubicBezTo>
                    <a:pt x="378803" y="12700"/>
                    <a:pt x="444843" y="78740"/>
                    <a:pt x="444843" y="158750"/>
                  </a:cubicBezTo>
                  <a:lnTo>
                    <a:pt x="444843" y="345826"/>
                  </a:lnTo>
                  <a:cubicBezTo>
                    <a:pt x="444843" y="425836"/>
                    <a:pt x="378803" y="491876"/>
                    <a:pt x="298793" y="491876"/>
                  </a:cubicBezTo>
                  <a:lnTo>
                    <a:pt x="158750" y="491876"/>
                  </a:lnTo>
                  <a:cubicBezTo>
                    <a:pt x="78740" y="491876"/>
                    <a:pt x="12700" y="427106"/>
                    <a:pt x="12700" y="345826"/>
                  </a:cubicBezTo>
                  <a:close/>
                  <a:moveTo>
                    <a:pt x="485483" y="389006"/>
                  </a:moveTo>
                  <a:cubicBezTo>
                    <a:pt x="485483" y="469016"/>
                    <a:pt x="418173" y="535056"/>
                    <a:pt x="338163" y="535056"/>
                  </a:cubicBezTo>
                  <a:lnTo>
                    <a:pt x="189439" y="535056"/>
                  </a:lnTo>
                  <a:cubicBezTo>
                    <a:pt x="157480" y="535056"/>
                    <a:pt x="120650" y="518546"/>
                    <a:pt x="93980" y="490606"/>
                  </a:cubicBezTo>
                  <a:cubicBezTo>
                    <a:pt x="114300" y="499496"/>
                    <a:pt x="135890" y="504576"/>
                    <a:pt x="160020" y="504576"/>
                  </a:cubicBezTo>
                  <a:lnTo>
                    <a:pt x="300063" y="504576"/>
                  </a:lnTo>
                  <a:cubicBezTo>
                    <a:pt x="387693" y="504576"/>
                    <a:pt x="458813" y="433456"/>
                    <a:pt x="458813" y="345826"/>
                  </a:cubicBezTo>
                  <a:lnTo>
                    <a:pt x="458813" y="158750"/>
                  </a:lnTo>
                  <a:cubicBezTo>
                    <a:pt x="458813" y="140970"/>
                    <a:pt x="455003" y="123190"/>
                    <a:pt x="449923" y="106680"/>
                  </a:cubicBezTo>
                  <a:cubicBezTo>
                    <a:pt x="471513" y="132080"/>
                    <a:pt x="485483" y="165100"/>
                    <a:pt x="485483" y="201930"/>
                  </a:cubicBezTo>
                  <a:lnTo>
                    <a:pt x="485483" y="389006"/>
                  </a:lnTo>
                  <a:close/>
                </a:path>
              </a:pathLst>
            </a:custGeom>
            <a:solidFill>
              <a:srgbClr val="96A6A1"/>
            </a:solidFill>
          </p:spPr>
        </p:sp>
      </p:grpSp>
      <p:sp>
        <p:nvSpPr>
          <p:cNvPr name="AutoShape 49" id="49"/>
          <p:cNvSpPr/>
          <p:nvPr/>
        </p:nvSpPr>
        <p:spPr>
          <a:xfrm rot="0">
            <a:off x="1811760" y="7119482"/>
            <a:ext cx="4508784" cy="0"/>
          </a:xfrm>
          <a:prstGeom prst="line">
            <a:avLst/>
          </a:prstGeom>
          <a:ln cap="flat" w="9525">
            <a:solidFill>
              <a:srgbClr val="96A6A1"/>
            </a:solidFill>
            <a:prstDash val="lgDash"/>
            <a:headEnd type="none" len="sm" w="sm"/>
            <a:tailEnd type="none" len="sm" w="sm"/>
          </a:ln>
        </p:spPr>
      </p:sp>
      <p:sp>
        <p:nvSpPr>
          <p:cNvPr name="AutoShape 50" id="50"/>
          <p:cNvSpPr/>
          <p:nvPr/>
        </p:nvSpPr>
        <p:spPr>
          <a:xfrm rot="0">
            <a:off x="1811760" y="7548429"/>
            <a:ext cx="4508784" cy="0"/>
          </a:xfrm>
          <a:prstGeom prst="line">
            <a:avLst/>
          </a:prstGeom>
          <a:ln cap="flat" w="9525">
            <a:solidFill>
              <a:srgbClr val="96A6A1"/>
            </a:solidFill>
            <a:prstDash val="lgDash"/>
            <a:headEnd type="none" len="sm" w="sm"/>
            <a:tailEnd type="none" len="sm" w="sm"/>
          </a:ln>
        </p:spPr>
      </p:sp>
      <p:grpSp>
        <p:nvGrpSpPr>
          <p:cNvPr name="Group 51" id="51"/>
          <p:cNvGrpSpPr/>
          <p:nvPr/>
        </p:nvGrpSpPr>
        <p:grpSpPr>
          <a:xfrm rot="0">
            <a:off x="1451856" y="7709719"/>
            <a:ext cx="205509" cy="226536"/>
            <a:chOff x="0" y="0"/>
            <a:chExt cx="496913" cy="547756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92710" y="106680"/>
              <a:ext cx="392773" cy="428376"/>
            </a:xfrm>
            <a:custGeom>
              <a:avLst/>
              <a:gdLst/>
              <a:ahLst/>
              <a:cxnLst/>
              <a:rect r="r" b="b" t="t" l="l"/>
              <a:pathLst>
                <a:path h="428376" w="392773">
                  <a:moveTo>
                    <a:pt x="366103" y="239146"/>
                  </a:moveTo>
                  <a:cubicBezTo>
                    <a:pt x="366103" y="326776"/>
                    <a:pt x="289903" y="397896"/>
                    <a:pt x="208623" y="397896"/>
                  </a:cubicBezTo>
                  <a:lnTo>
                    <a:pt x="66040" y="397896"/>
                  </a:lnTo>
                  <a:cubicBezTo>
                    <a:pt x="43180" y="397896"/>
                    <a:pt x="20320" y="392816"/>
                    <a:pt x="0" y="383926"/>
                  </a:cubicBezTo>
                  <a:cubicBezTo>
                    <a:pt x="26670" y="411866"/>
                    <a:pt x="63500" y="428376"/>
                    <a:pt x="96630" y="428376"/>
                  </a:cubicBezTo>
                  <a:lnTo>
                    <a:pt x="246723" y="428376"/>
                  </a:lnTo>
                  <a:cubicBezTo>
                    <a:pt x="326733" y="428376"/>
                    <a:pt x="392773" y="362336"/>
                    <a:pt x="392773" y="282326"/>
                  </a:cubicBezTo>
                  <a:lnTo>
                    <a:pt x="392773" y="95250"/>
                  </a:lnTo>
                  <a:cubicBezTo>
                    <a:pt x="392773" y="58420"/>
                    <a:pt x="378803" y="25400"/>
                    <a:pt x="357213" y="0"/>
                  </a:cubicBezTo>
                  <a:cubicBezTo>
                    <a:pt x="363563" y="16510"/>
                    <a:pt x="366103" y="34290"/>
                    <a:pt x="366103" y="52070"/>
                  </a:cubicBezTo>
                  <a:lnTo>
                    <a:pt x="366103" y="239146"/>
                  </a:lnTo>
                  <a:close/>
                </a:path>
              </a:pathLst>
            </a:custGeom>
            <a:solidFill>
              <a:srgbClr val="96A6A1"/>
            </a:solidFill>
          </p:spPr>
        </p:sp>
        <p:sp>
          <p:nvSpPr>
            <p:cNvPr name="Freeform 53" id="53"/>
            <p:cNvSpPr/>
            <p:nvPr/>
          </p:nvSpPr>
          <p:spPr>
            <a:xfrm flipH="false" flipV="false" rot="0">
              <a:off x="12700" y="12700"/>
              <a:ext cx="432143" cy="479176"/>
            </a:xfrm>
            <a:custGeom>
              <a:avLst/>
              <a:gdLst/>
              <a:ahLst/>
              <a:cxnLst/>
              <a:rect r="r" b="b" t="t" l="l"/>
              <a:pathLst>
                <a:path h="479176" w="432143">
                  <a:moveTo>
                    <a:pt x="146050" y="479176"/>
                  </a:moveTo>
                  <a:lnTo>
                    <a:pt x="286093" y="479176"/>
                  </a:lnTo>
                  <a:cubicBezTo>
                    <a:pt x="366103" y="479176"/>
                    <a:pt x="432143" y="413136"/>
                    <a:pt x="432143" y="333126"/>
                  </a:cubicBezTo>
                  <a:lnTo>
                    <a:pt x="432143" y="146050"/>
                  </a:lnTo>
                  <a:cubicBezTo>
                    <a:pt x="432143" y="66040"/>
                    <a:pt x="366103" y="0"/>
                    <a:pt x="286093" y="0"/>
                  </a:cubicBezTo>
                  <a:lnTo>
                    <a:pt x="146050" y="0"/>
                  </a:lnTo>
                  <a:cubicBezTo>
                    <a:pt x="66040" y="0"/>
                    <a:pt x="0" y="66040"/>
                    <a:pt x="0" y="146050"/>
                  </a:cubicBezTo>
                  <a:lnTo>
                    <a:pt x="0" y="333126"/>
                  </a:lnTo>
                  <a:cubicBezTo>
                    <a:pt x="0" y="414406"/>
                    <a:pt x="66040" y="479176"/>
                    <a:pt x="146050" y="479176"/>
                  </a:cubicBezTo>
                  <a:close/>
                </a:path>
              </a:pathLst>
            </a:custGeom>
            <a:solidFill>
              <a:srgbClr val="F1EDE1"/>
            </a:solidFill>
          </p:spPr>
        </p:sp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496913" cy="547756"/>
            </a:xfrm>
            <a:custGeom>
              <a:avLst/>
              <a:gdLst/>
              <a:ahLst/>
              <a:cxnLst/>
              <a:rect r="r" b="b" t="t" l="l"/>
              <a:pathLst>
                <a:path h="547756" w="496913">
                  <a:moveTo>
                    <a:pt x="433413" y="74930"/>
                  </a:moveTo>
                  <a:cubicBezTo>
                    <a:pt x="405473" y="30480"/>
                    <a:pt x="355943" y="0"/>
                    <a:pt x="298793" y="0"/>
                  </a:cubicBezTo>
                  <a:lnTo>
                    <a:pt x="158750" y="0"/>
                  </a:lnTo>
                  <a:cubicBezTo>
                    <a:pt x="71120" y="0"/>
                    <a:pt x="0" y="71120"/>
                    <a:pt x="0" y="158750"/>
                  </a:cubicBezTo>
                  <a:lnTo>
                    <a:pt x="0" y="345826"/>
                  </a:lnTo>
                  <a:cubicBezTo>
                    <a:pt x="0" y="397896"/>
                    <a:pt x="25400" y="443616"/>
                    <a:pt x="63500" y="472826"/>
                  </a:cubicBezTo>
                  <a:cubicBezTo>
                    <a:pt x="91440" y="517276"/>
                    <a:pt x="140970" y="547756"/>
                    <a:pt x="189439" y="547756"/>
                  </a:cubicBezTo>
                  <a:lnTo>
                    <a:pt x="338163" y="547756"/>
                  </a:lnTo>
                  <a:cubicBezTo>
                    <a:pt x="425793" y="547756"/>
                    <a:pt x="496913" y="476636"/>
                    <a:pt x="496913" y="389006"/>
                  </a:cubicBezTo>
                  <a:lnTo>
                    <a:pt x="496913" y="201930"/>
                  </a:lnTo>
                  <a:cubicBezTo>
                    <a:pt x="496913" y="149860"/>
                    <a:pt x="471513" y="104140"/>
                    <a:pt x="433413" y="74930"/>
                  </a:cubicBezTo>
                  <a:close/>
                  <a:moveTo>
                    <a:pt x="12700" y="345826"/>
                  </a:moveTo>
                  <a:lnTo>
                    <a:pt x="12700" y="158750"/>
                  </a:lnTo>
                  <a:cubicBezTo>
                    <a:pt x="12700" y="78740"/>
                    <a:pt x="78740" y="12700"/>
                    <a:pt x="158750" y="12700"/>
                  </a:cubicBezTo>
                  <a:lnTo>
                    <a:pt x="298793" y="12700"/>
                  </a:lnTo>
                  <a:cubicBezTo>
                    <a:pt x="378803" y="12700"/>
                    <a:pt x="444843" y="78740"/>
                    <a:pt x="444843" y="158750"/>
                  </a:cubicBezTo>
                  <a:lnTo>
                    <a:pt x="444843" y="345826"/>
                  </a:lnTo>
                  <a:cubicBezTo>
                    <a:pt x="444843" y="425836"/>
                    <a:pt x="378803" y="491876"/>
                    <a:pt x="298793" y="491876"/>
                  </a:cubicBezTo>
                  <a:lnTo>
                    <a:pt x="158750" y="491876"/>
                  </a:lnTo>
                  <a:cubicBezTo>
                    <a:pt x="78740" y="491876"/>
                    <a:pt x="12700" y="427106"/>
                    <a:pt x="12700" y="345826"/>
                  </a:cubicBezTo>
                  <a:close/>
                  <a:moveTo>
                    <a:pt x="485483" y="389006"/>
                  </a:moveTo>
                  <a:cubicBezTo>
                    <a:pt x="485483" y="469016"/>
                    <a:pt x="418173" y="535056"/>
                    <a:pt x="338163" y="535056"/>
                  </a:cubicBezTo>
                  <a:lnTo>
                    <a:pt x="189439" y="535056"/>
                  </a:lnTo>
                  <a:cubicBezTo>
                    <a:pt x="157480" y="535056"/>
                    <a:pt x="120650" y="518546"/>
                    <a:pt x="93980" y="490606"/>
                  </a:cubicBezTo>
                  <a:cubicBezTo>
                    <a:pt x="114300" y="499496"/>
                    <a:pt x="135890" y="504576"/>
                    <a:pt x="160020" y="504576"/>
                  </a:cubicBezTo>
                  <a:lnTo>
                    <a:pt x="300063" y="504576"/>
                  </a:lnTo>
                  <a:cubicBezTo>
                    <a:pt x="387693" y="504576"/>
                    <a:pt x="458813" y="433456"/>
                    <a:pt x="458813" y="345826"/>
                  </a:cubicBezTo>
                  <a:lnTo>
                    <a:pt x="458813" y="158750"/>
                  </a:lnTo>
                  <a:cubicBezTo>
                    <a:pt x="458813" y="140970"/>
                    <a:pt x="455003" y="123190"/>
                    <a:pt x="449923" y="106680"/>
                  </a:cubicBezTo>
                  <a:cubicBezTo>
                    <a:pt x="471513" y="132080"/>
                    <a:pt x="485483" y="165100"/>
                    <a:pt x="485483" y="201930"/>
                  </a:cubicBezTo>
                  <a:lnTo>
                    <a:pt x="485483" y="389006"/>
                  </a:lnTo>
                  <a:close/>
                </a:path>
              </a:pathLst>
            </a:custGeom>
            <a:solidFill>
              <a:srgbClr val="96A6A1"/>
            </a:solidFill>
          </p:spPr>
        </p:sp>
      </p:grpSp>
      <p:sp>
        <p:nvSpPr>
          <p:cNvPr name="AutoShape 55" id="55"/>
          <p:cNvSpPr/>
          <p:nvPr/>
        </p:nvSpPr>
        <p:spPr>
          <a:xfrm rot="0">
            <a:off x="1811760" y="7977376"/>
            <a:ext cx="4508784" cy="0"/>
          </a:xfrm>
          <a:prstGeom prst="line">
            <a:avLst/>
          </a:prstGeom>
          <a:ln cap="flat" w="9525">
            <a:solidFill>
              <a:srgbClr val="96A6A1"/>
            </a:solidFill>
            <a:prstDash val="lgDash"/>
            <a:headEnd type="none" len="sm" w="sm"/>
            <a:tailEnd type="none" len="sm" w="sm"/>
          </a:ln>
        </p:spPr>
      </p:sp>
      <p:sp>
        <p:nvSpPr>
          <p:cNvPr name="AutoShape 56" id="56"/>
          <p:cNvSpPr/>
          <p:nvPr/>
        </p:nvSpPr>
        <p:spPr>
          <a:xfrm rot="0">
            <a:off x="1811760" y="8406324"/>
            <a:ext cx="4508784" cy="0"/>
          </a:xfrm>
          <a:prstGeom prst="line">
            <a:avLst/>
          </a:prstGeom>
          <a:ln cap="flat" w="9525">
            <a:solidFill>
              <a:srgbClr val="96A6A1"/>
            </a:solidFill>
            <a:prstDash val="lgDash"/>
            <a:headEnd type="none" len="sm" w="sm"/>
            <a:tailEnd type="none" len="sm" w="sm"/>
          </a:ln>
        </p:spPr>
      </p:sp>
      <p:grpSp>
        <p:nvGrpSpPr>
          <p:cNvPr name="Group 57" id="57"/>
          <p:cNvGrpSpPr/>
          <p:nvPr/>
        </p:nvGrpSpPr>
        <p:grpSpPr>
          <a:xfrm rot="0">
            <a:off x="1451856" y="8567614"/>
            <a:ext cx="205509" cy="226536"/>
            <a:chOff x="0" y="0"/>
            <a:chExt cx="496913" cy="547756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92710" y="106680"/>
              <a:ext cx="392773" cy="428376"/>
            </a:xfrm>
            <a:custGeom>
              <a:avLst/>
              <a:gdLst/>
              <a:ahLst/>
              <a:cxnLst/>
              <a:rect r="r" b="b" t="t" l="l"/>
              <a:pathLst>
                <a:path h="428376" w="392773">
                  <a:moveTo>
                    <a:pt x="366103" y="239146"/>
                  </a:moveTo>
                  <a:cubicBezTo>
                    <a:pt x="366103" y="326776"/>
                    <a:pt x="289903" y="397896"/>
                    <a:pt x="208623" y="397896"/>
                  </a:cubicBezTo>
                  <a:lnTo>
                    <a:pt x="66040" y="397896"/>
                  </a:lnTo>
                  <a:cubicBezTo>
                    <a:pt x="43180" y="397896"/>
                    <a:pt x="20320" y="392816"/>
                    <a:pt x="0" y="383926"/>
                  </a:cubicBezTo>
                  <a:cubicBezTo>
                    <a:pt x="26670" y="411866"/>
                    <a:pt x="63500" y="428376"/>
                    <a:pt x="96630" y="428376"/>
                  </a:cubicBezTo>
                  <a:lnTo>
                    <a:pt x="246723" y="428376"/>
                  </a:lnTo>
                  <a:cubicBezTo>
                    <a:pt x="326733" y="428376"/>
                    <a:pt x="392773" y="362336"/>
                    <a:pt x="392773" y="282326"/>
                  </a:cubicBezTo>
                  <a:lnTo>
                    <a:pt x="392773" y="95250"/>
                  </a:lnTo>
                  <a:cubicBezTo>
                    <a:pt x="392773" y="58420"/>
                    <a:pt x="378803" y="25400"/>
                    <a:pt x="357213" y="0"/>
                  </a:cubicBezTo>
                  <a:cubicBezTo>
                    <a:pt x="363563" y="16510"/>
                    <a:pt x="366103" y="34290"/>
                    <a:pt x="366103" y="52070"/>
                  </a:cubicBezTo>
                  <a:lnTo>
                    <a:pt x="366103" y="239146"/>
                  </a:lnTo>
                  <a:close/>
                </a:path>
              </a:pathLst>
            </a:custGeom>
            <a:solidFill>
              <a:srgbClr val="96A6A1"/>
            </a:solidFill>
          </p:spPr>
        </p:sp>
        <p:sp>
          <p:nvSpPr>
            <p:cNvPr name="Freeform 59" id="59"/>
            <p:cNvSpPr/>
            <p:nvPr/>
          </p:nvSpPr>
          <p:spPr>
            <a:xfrm flipH="false" flipV="false" rot="0">
              <a:off x="12700" y="12700"/>
              <a:ext cx="432143" cy="479176"/>
            </a:xfrm>
            <a:custGeom>
              <a:avLst/>
              <a:gdLst/>
              <a:ahLst/>
              <a:cxnLst/>
              <a:rect r="r" b="b" t="t" l="l"/>
              <a:pathLst>
                <a:path h="479176" w="432143">
                  <a:moveTo>
                    <a:pt x="146050" y="479176"/>
                  </a:moveTo>
                  <a:lnTo>
                    <a:pt x="286093" y="479176"/>
                  </a:lnTo>
                  <a:cubicBezTo>
                    <a:pt x="366103" y="479176"/>
                    <a:pt x="432143" y="413136"/>
                    <a:pt x="432143" y="333126"/>
                  </a:cubicBezTo>
                  <a:lnTo>
                    <a:pt x="432143" y="146050"/>
                  </a:lnTo>
                  <a:cubicBezTo>
                    <a:pt x="432143" y="66040"/>
                    <a:pt x="366103" y="0"/>
                    <a:pt x="286093" y="0"/>
                  </a:cubicBezTo>
                  <a:lnTo>
                    <a:pt x="146050" y="0"/>
                  </a:lnTo>
                  <a:cubicBezTo>
                    <a:pt x="66040" y="0"/>
                    <a:pt x="0" y="66040"/>
                    <a:pt x="0" y="146050"/>
                  </a:cubicBezTo>
                  <a:lnTo>
                    <a:pt x="0" y="333126"/>
                  </a:lnTo>
                  <a:cubicBezTo>
                    <a:pt x="0" y="414406"/>
                    <a:pt x="66040" y="479176"/>
                    <a:pt x="146050" y="479176"/>
                  </a:cubicBezTo>
                  <a:close/>
                </a:path>
              </a:pathLst>
            </a:custGeom>
            <a:solidFill>
              <a:srgbClr val="F1EDE1"/>
            </a:solidFill>
          </p:spPr>
        </p:sp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496913" cy="547756"/>
            </a:xfrm>
            <a:custGeom>
              <a:avLst/>
              <a:gdLst/>
              <a:ahLst/>
              <a:cxnLst/>
              <a:rect r="r" b="b" t="t" l="l"/>
              <a:pathLst>
                <a:path h="547756" w="496913">
                  <a:moveTo>
                    <a:pt x="433413" y="74930"/>
                  </a:moveTo>
                  <a:cubicBezTo>
                    <a:pt x="405473" y="30480"/>
                    <a:pt x="355943" y="0"/>
                    <a:pt x="298793" y="0"/>
                  </a:cubicBezTo>
                  <a:lnTo>
                    <a:pt x="158750" y="0"/>
                  </a:lnTo>
                  <a:cubicBezTo>
                    <a:pt x="71120" y="0"/>
                    <a:pt x="0" y="71120"/>
                    <a:pt x="0" y="158750"/>
                  </a:cubicBezTo>
                  <a:lnTo>
                    <a:pt x="0" y="345826"/>
                  </a:lnTo>
                  <a:cubicBezTo>
                    <a:pt x="0" y="397896"/>
                    <a:pt x="25400" y="443616"/>
                    <a:pt x="63500" y="472826"/>
                  </a:cubicBezTo>
                  <a:cubicBezTo>
                    <a:pt x="91440" y="517276"/>
                    <a:pt x="140970" y="547756"/>
                    <a:pt x="189439" y="547756"/>
                  </a:cubicBezTo>
                  <a:lnTo>
                    <a:pt x="338163" y="547756"/>
                  </a:lnTo>
                  <a:cubicBezTo>
                    <a:pt x="425793" y="547756"/>
                    <a:pt x="496913" y="476636"/>
                    <a:pt x="496913" y="389006"/>
                  </a:cubicBezTo>
                  <a:lnTo>
                    <a:pt x="496913" y="201930"/>
                  </a:lnTo>
                  <a:cubicBezTo>
                    <a:pt x="496913" y="149860"/>
                    <a:pt x="471513" y="104140"/>
                    <a:pt x="433413" y="74930"/>
                  </a:cubicBezTo>
                  <a:close/>
                  <a:moveTo>
                    <a:pt x="12700" y="345826"/>
                  </a:moveTo>
                  <a:lnTo>
                    <a:pt x="12700" y="158750"/>
                  </a:lnTo>
                  <a:cubicBezTo>
                    <a:pt x="12700" y="78740"/>
                    <a:pt x="78740" y="12700"/>
                    <a:pt x="158750" y="12700"/>
                  </a:cubicBezTo>
                  <a:lnTo>
                    <a:pt x="298793" y="12700"/>
                  </a:lnTo>
                  <a:cubicBezTo>
                    <a:pt x="378803" y="12700"/>
                    <a:pt x="444843" y="78740"/>
                    <a:pt x="444843" y="158750"/>
                  </a:cubicBezTo>
                  <a:lnTo>
                    <a:pt x="444843" y="345826"/>
                  </a:lnTo>
                  <a:cubicBezTo>
                    <a:pt x="444843" y="425836"/>
                    <a:pt x="378803" y="491876"/>
                    <a:pt x="298793" y="491876"/>
                  </a:cubicBezTo>
                  <a:lnTo>
                    <a:pt x="158750" y="491876"/>
                  </a:lnTo>
                  <a:cubicBezTo>
                    <a:pt x="78740" y="491876"/>
                    <a:pt x="12700" y="427106"/>
                    <a:pt x="12700" y="345826"/>
                  </a:cubicBezTo>
                  <a:close/>
                  <a:moveTo>
                    <a:pt x="485483" y="389006"/>
                  </a:moveTo>
                  <a:cubicBezTo>
                    <a:pt x="485483" y="469016"/>
                    <a:pt x="418173" y="535056"/>
                    <a:pt x="338163" y="535056"/>
                  </a:cubicBezTo>
                  <a:lnTo>
                    <a:pt x="189439" y="535056"/>
                  </a:lnTo>
                  <a:cubicBezTo>
                    <a:pt x="157480" y="535056"/>
                    <a:pt x="120650" y="518546"/>
                    <a:pt x="93980" y="490606"/>
                  </a:cubicBezTo>
                  <a:cubicBezTo>
                    <a:pt x="114300" y="499496"/>
                    <a:pt x="135890" y="504576"/>
                    <a:pt x="160020" y="504576"/>
                  </a:cubicBezTo>
                  <a:lnTo>
                    <a:pt x="300063" y="504576"/>
                  </a:lnTo>
                  <a:cubicBezTo>
                    <a:pt x="387693" y="504576"/>
                    <a:pt x="458813" y="433456"/>
                    <a:pt x="458813" y="345826"/>
                  </a:cubicBezTo>
                  <a:lnTo>
                    <a:pt x="458813" y="158750"/>
                  </a:lnTo>
                  <a:cubicBezTo>
                    <a:pt x="458813" y="140970"/>
                    <a:pt x="455003" y="123190"/>
                    <a:pt x="449923" y="106680"/>
                  </a:cubicBezTo>
                  <a:cubicBezTo>
                    <a:pt x="471513" y="132080"/>
                    <a:pt x="485483" y="165100"/>
                    <a:pt x="485483" y="201930"/>
                  </a:cubicBezTo>
                  <a:lnTo>
                    <a:pt x="485483" y="389006"/>
                  </a:lnTo>
                  <a:close/>
                </a:path>
              </a:pathLst>
            </a:custGeom>
            <a:solidFill>
              <a:srgbClr val="96A6A1"/>
            </a:solidFill>
          </p:spPr>
        </p:sp>
      </p:grpSp>
      <p:sp>
        <p:nvSpPr>
          <p:cNvPr name="AutoShape 61" id="61"/>
          <p:cNvSpPr/>
          <p:nvPr/>
        </p:nvSpPr>
        <p:spPr>
          <a:xfrm rot="0">
            <a:off x="1811760" y="8835271"/>
            <a:ext cx="4508784" cy="0"/>
          </a:xfrm>
          <a:prstGeom prst="line">
            <a:avLst/>
          </a:prstGeom>
          <a:ln cap="flat" w="9525">
            <a:solidFill>
              <a:srgbClr val="96A6A1"/>
            </a:solidFill>
            <a:prstDash val="lgDash"/>
            <a:headEnd type="none" len="sm" w="sm"/>
            <a:tailEnd type="none" len="sm" w="sm"/>
          </a:ln>
        </p:spPr>
      </p:sp>
      <p:sp>
        <p:nvSpPr>
          <p:cNvPr name="TextBox 62" id="62"/>
          <p:cNvSpPr txBox="true"/>
          <p:nvPr/>
        </p:nvSpPr>
        <p:spPr>
          <a:xfrm rot="0">
            <a:off x="2146250" y="1405033"/>
            <a:ext cx="3479899" cy="3492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>
                <a:solidFill>
                  <a:srgbClr val="000000"/>
                </a:solidFill>
                <a:latin typeface="Fredoka"/>
                <a:ea typeface="Fredoka"/>
                <a:cs typeface="Fredoka"/>
                <a:sym typeface="Fredoka"/>
              </a:rPr>
              <a:t>Paso 1: Entiende el problema</a:t>
            </a:r>
          </a:p>
        </p:txBody>
      </p:sp>
      <p:sp>
        <p:nvSpPr>
          <p:cNvPr name="TextBox 63" id="63"/>
          <p:cNvSpPr txBox="true"/>
          <p:nvPr/>
        </p:nvSpPr>
        <p:spPr>
          <a:xfrm rot="0">
            <a:off x="1753741" y="2010693"/>
            <a:ext cx="4588669" cy="3492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>
                <a:solidFill>
                  <a:srgbClr val="000000"/>
                </a:solidFill>
                <a:latin typeface="Fredoka"/>
                <a:ea typeface="Fredoka"/>
                <a:cs typeface="Fredoka"/>
                <a:sym typeface="Fredoka"/>
              </a:rPr>
              <a:t>Mi entre clase empieza de 9:00 a 9:20.</a:t>
            </a:r>
          </a:p>
        </p:txBody>
      </p:sp>
      <p:sp>
        <p:nvSpPr>
          <p:cNvPr name="TextBox 64" id="64"/>
          <p:cNvSpPr txBox="true"/>
          <p:nvPr/>
        </p:nvSpPr>
        <p:spPr>
          <a:xfrm rot="0">
            <a:off x="1753741" y="3306301"/>
            <a:ext cx="4977259" cy="7016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000000"/>
                </a:solidFill>
                <a:latin typeface="Fredoka"/>
                <a:ea typeface="Fredoka"/>
                <a:cs typeface="Fredoka"/>
                <a:sym typeface="Fredoka"/>
              </a:rPr>
              <a:t>Tengo que visualizar cuanto dinero puedo gastar para mi comida.</a:t>
            </a:r>
          </a:p>
        </p:txBody>
      </p:sp>
      <p:sp>
        <p:nvSpPr>
          <p:cNvPr name="TextBox 65" id="65"/>
          <p:cNvSpPr txBox="true"/>
          <p:nvPr/>
        </p:nvSpPr>
        <p:spPr>
          <a:xfrm rot="0">
            <a:off x="1753741" y="2452227"/>
            <a:ext cx="4859413" cy="7016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000000"/>
                </a:solidFill>
                <a:latin typeface="Fredoka"/>
                <a:ea typeface="Fredoka"/>
                <a:cs typeface="Fredoka"/>
                <a:sym typeface="Fredoka"/>
              </a:rPr>
              <a:t>Tengo que organizar mis cosas para la siguiente clase antes de salir.</a:t>
            </a:r>
          </a:p>
        </p:txBody>
      </p:sp>
      <p:sp>
        <p:nvSpPr>
          <p:cNvPr name="TextBox 66" id="66"/>
          <p:cNvSpPr txBox="true"/>
          <p:nvPr/>
        </p:nvSpPr>
        <p:spPr>
          <a:xfrm rot="0">
            <a:off x="1753741" y="4164195"/>
            <a:ext cx="4859413" cy="7016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000000"/>
                </a:solidFill>
                <a:latin typeface="Fredoka"/>
                <a:ea typeface="Fredoka"/>
                <a:cs typeface="Fredoka"/>
                <a:sym typeface="Fredoka"/>
              </a:rPr>
              <a:t>Localizo donde y cuánto tiempo tardare para comprar mi comida.</a:t>
            </a:r>
          </a:p>
        </p:txBody>
      </p:sp>
      <p:sp>
        <p:nvSpPr>
          <p:cNvPr name="TextBox 67" id="67"/>
          <p:cNvSpPr txBox="true"/>
          <p:nvPr/>
        </p:nvSpPr>
        <p:spPr>
          <a:xfrm rot="0">
            <a:off x="1145679" y="5299395"/>
            <a:ext cx="5481042" cy="3492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>
                <a:solidFill>
                  <a:srgbClr val="000000"/>
                </a:solidFill>
                <a:latin typeface="Fredoka"/>
                <a:ea typeface="Fredoka"/>
                <a:cs typeface="Fredoka"/>
                <a:sym typeface="Fredoka"/>
              </a:rPr>
              <a:t>Paso 2: Identifica las operaciones necesarias.</a:t>
            </a:r>
          </a:p>
        </p:txBody>
      </p:sp>
      <p:sp>
        <p:nvSpPr>
          <p:cNvPr name="TextBox 68" id="68"/>
          <p:cNvSpPr txBox="true"/>
          <p:nvPr/>
        </p:nvSpPr>
        <p:spPr>
          <a:xfrm rot="0">
            <a:off x="1753741" y="5936504"/>
            <a:ext cx="5044265" cy="6210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000000"/>
                </a:solidFill>
                <a:latin typeface="Fredoka"/>
                <a:ea typeface="Fredoka"/>
                <a:cs typeface="Fredoka"/>
                <a:sym typeface="Fredoka"/>
              </a:rPr>
              <a:t>Organización: Tengo que dejar mis cosas listas para la siguiente clase.</a:t>
            </a:r>
          </a:p>
        </p:txBody>
      </p:sp>
      <p:sp>
        <p:nvSpPr>
          <p:cNvPr name="TextBox 69" id="69"/>
          <p:cNvSpPr txBox="true"/>
          <p:nvPr/>
        </p:nvSpPr>
        <p:spPr>
          <a:xfrm rot="0">
            <a:off x="1732607" y="6823250"/>
            <a:ext cx="5019526" cy="5759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80"/>
              </a:lnSpc>
            </a:pPr>
            <a:r>
              <a:rPr lang="en-US" sz="1700">
                <a:solidFill>
                  <a:srgbClr val="000000"/>
                </a:solidFill>
                <a:latin typeface="Fredoka"/>
                <a:ea typeface="Fredoka"/>
                <a:cs typeface="Fredoka"/>
                <a:sym typeface="Fredoka"/>
              </a:rPr>
              <a:t>Dinero: Tengo que contar el dinero que tengo disponible para gastar.</a:t>
            </a:r>
          </a:p>
        </p:txBody>
      </p:sp>
      <p:sp>
        <p:nvSpPr>
          <p:cNvPr name="TextBox 70" id="70"/>
          <p:cNvSpPr txBox="true"/>
          <p:nvPr/>
        </p:nvSpPr>
        <p:spPr>
          <a:xfrm rot="0">
            <a:off x="1766110" y="7681497"/>
            <a:ext cx="5019526" cy="5759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80"/>
              </a:lnSpc>
            </a:pPr>
            <a:r>
              <a:rPr lang="en-US" sz="1700">
                <a:solidFill>
                  <a:srgbClr val="000000"/>
                </a:solidFill>
                <a:latin typeface="Fredoka"/>
                <a:ea typeface="Fredoka"/>
                <a:cs typeface="Fredoka"/>
                <a:sym typeface="Fredoka"/>
              </a:rPr>
              <a:t>Localizo: Busco el lugar y cuanta fila ahí en el lugar donde comprare mi comida.</a:t>
            </a:r>
          </a:p>
        </p:txBody>
      </p:sp>
      <p:sp>
        <p:nvSpPr>
          <p:cNvPr name="TextBox 71" id="71"/>
          <p:cNvSpPr txBox="true"/>
          <p:nvPr/>
        </p:nvSpPr>
        <p:spPr>
          <a:xfrm rot="0">
            <a:off x="1753741" y="8470656"/>
            <a:ext cx="5019526" cy="2806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80"/>
              </a:lnSpc>
            </a:pPr>
            <a:r>
              <a:rPr lang="en-US" sz="1700">
                <a:solidFill>
                  <a:srgbClr val="000000"/>
                </a:solidFill>
                <a:latin typeface="Fredoka"/>
                <a:ea typeface="Fredoka"/>
                <a:cs typeface="Fredoka"/>
                <a:sym typeface="Fredoka"/>
              </a:rPr>
              <a:t>Tiempo: Llego a tiempo para siguiente clase.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>
  <p:cSld>
    <p:bg>
      <p:bgPr>
        <a:solidFill>
          <a:srgbClr val="F1EDE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41400" y="1707222"/>
            <a:ext cx="5689600" cy="7573938"/>
            <a:chOff x="0" y="0"/>
            <a:chExt cx="7783155" cy="1036085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92710" y="106680"/>
              <a:ext cx="7679015" cy="10241477"/>
            </a:xfrm>
            <a:custGeom>
              <a:avLst/>
              <a:gdLst/>
              <a:ahLst/>
              <a:cxnLst/>
              <a:rect r="r" b="b" t="t" l="l"/>
              <a:pathLst>
                <a:path h="10241477" w="7679015">
                  <a:moveTo>
                    <a:pt x="7652344" y="10052246"/>
                  </a:moveTo>
                  <a:cubicBezTo>
                    <a:pt x="7652344" y="10139877"/>
                    <a:pt x="7576144" y="10210996"/>
                    <a:pt x="7494865" y="10210996"/>
                  </a:cubicBezTo>
                  <a:lnTo>
                    <a:pt x="66040" y="10210996"/>
                  </a:lnTo>
                  <a:cubicBezTo>
                    <a:pt x="43180" y="10210996"/>
                    <a:pt x="20320" y="10205917"/>
                    <a:pt x="0" y="10197027"/>
                  </a:cubicBezTo>
                  <a:cubicBezTo>
                    <a:pt x="26670" y="10224967"/>
                    <a:pt x="63500" y="10241477"/>
                    <a:pt x="143070" y="10241477"/>
                  </a:cubicBezTo>
                  <a:lnTo>
                    <a:pt x="7532965" y="10241477"/>
                  </a:lnTo>
                  <a:cubicBezTo>
                    <a:pt x="7612975" y="10241477"/>
                    <a:pt x="7679015" y="10175437"/>
                    <a:pt x="7679015" y="10095427"/>
                  </a:cubicBezTo>
                  <a:lnTo>
                    <a:pt x="7679015" y="95250"/>
                  </a:lnTo>
                  <a:cubicBezTo>
                    <a:pt x="7679015" y="58420"/>
                    <a:pt x="7665044" y="25400"/>
                    <a:pt x="7643454" y="0"/>
                  </a:cubicBezTo>
                  <a:cubicBezTo>
                    <a:pt x="7649804" y="16510"/>
                    <a:pt x="7652344" y="34290"/>
                    <a:pt x="7652344" y="52070"/>
                  </a:cubicBezTo>
                  <a:lnTo>
                    <a:pt x="7652344" y="10052246"/>
                  </a:lnTo>
                  <a:close/>
                </a:path>
              </a:pathLst>
            </a:custGeom>
            <a:solidFill>
              <a:srgbClr val="96A6A1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12700" y="12700"/>
              <a:ext cx="7718385" cy="10292276"/>
            </a:xfrm>
            <a:custGeom>
              <a:avLst/>
              <a:gdLst/>
              <a:ahLst/>
              <a:cxnLst/>
              <a:rect r="r" b="b" t="t" l="l"/>
              <a:pathLst>
                <a:path h="10292276" w="7718385">
                  <a:moveTo>
                    <a:pt x="146050" y="10292276"/>
                  </a:moveTo>
                  <a:lnTo>
                    <a:pt x="7572335" y="10292276"/>
                  </a:lnTo>
                  <a:cubicBezTo>
                    <a:pt x="7652345" y="10292276"/>
                    <a:pt x="7718385" y="10226237"/>
                    <a:pt x="7718385" y="10146226"/>
                  </a:cubicBezTo>
                  <a:lnTo>
                    <a:pt x="7718385" y="146050"/>
                  </a:lnTo>
                  <a:cubicBezTo>
                    <a:pt x="7718385" y="66040"/>
                    <a:pt x="7652345" y="0"/>
                    <a:pt x="7572335" y="0"/>
                  </a:cubicBezTo>
                  <a:lnTo>
                    <a:pt x="146050" y="0"/>
                  </a:lnTo>
                  <a:cubicBezTo>
                    <a:pt x="66040" y="0"/>
                    <a:pt x="0" y="66040"/>
                    <a:pt x="0" y="146050"/>
                  </a:cubicBezTo>
                  <a:lnTo>
                    <a:pt x="0" y="10146226"/>
                  </a:lnTo>
                  <a:cubicBezTo>
                    <a:pt x="0" y="10227507"/>
                    <a:pt x="66040" y="10292276"/>
                    <a:pt x="146050" y="10292276"/>
                  </a:cubicBezTo>
                  <a:close/>
                </a:path>
              </a:pathLst>
            </a:custGeom>
            <a:solidFill>
              <a:srgbClr val="FFBCBC"/>
            </a:solidFill>
          </p:spPr>
        </p:sp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7783154" cy="10360857"/>
            </a:xfrm>
            <a:custGeom>
              <a:avLst/>
              <a:gdLst/>
              <a:ahLst/>
              <a:cxnLst/>
              <a:rect r="r" b="b" t="t" l="l"/>
              <a:pathLst>
                <a:path h="10360857" w="7783154">
                  <a:moveTo>
                    <a:pt x="7719654" y="74930"/>
                  </a:moveTo>
                  <a:cubicBezTo>
                    <a:pt x="7691714" y="30480"/>
                    <a:pt x="7642185" y="0"/>
                    <a:pt x="7585035" y="0"/>
                  </a:cubicBezTo>
                  <a:lnTo>
                    <a:pt x="158750" y="0"/>
                  </a:lnTo>
                  <a:cubicBezTo>
                    <a:pt x="71120" y="0"/>
                    <a:pt x="0" y="71120"/>
                    <a:pt x="0" y="158750"/>
                  </a:cubicBezTo>
                  <a:lnTo>
                    <a:pt x="0" y="10158926"/>
                  </a:lnTo>
                  <a:cubicBezTo>
                    <a:pt x="0" y="10210997"/>
                    <a:pt x="25400" y="10256717"/>
                    <a:pt x="63500" y="10285926"/>
                  </a:cubicBezTo>
                  <a:cubicBezTo>
                    <a:pt x="91440" y="10330376"/>
                    <a:pt x="140970" y="10360857"/>
                    <a:pt x="243125" y="10360857"/>
                  </a:cubicBezTo>
                  <a:lnTo>
                    <a:pt x="7624404" y="10360857"/>
                  </a:lnTo>
                  <a:cubicBezTo>
                    <a:pt x="7712035" y="10360857"/>
                    <a:pt x="7783154" y="10289737"/>
                    <a:pt x="7783154" y="10202107"/>
                  </a:cubicBezTo>
                  <a:lnTo>
                    <a:pt x="7783154" y="201930"/>
                  </a:lnTo>
                  <a:cubicBezTo>
                    <a:pt x="7783154" y="149860"/>
                    <a:pt x="7757754" y="104140"/>
                    <a:pt x="7719654" y="74930"/>
                  </a:cubicBezTo>
                  <a:close/>
                  <a:moveTo>
                    <a:pt x="12700" y="10158926"/>
                  </a:moveTo>
                  <a:lnTo>
                    <a:pt x="12700" y="158750"/>
                  </a:lnTo>
                  <a:cubicBezTo>
                    <a:pt x="12700" y="78740"/>
                    <a:pt x="78740" y="12700"/>
                    <a:pt x="158750" y="12700"/>
                  </a:cubicBezTo>
                  <a:lnTo>
                    <a:pt x="7585035" y="12700"/>
                  </a:lnTo>
                  <a:cubicBezTo>
                    <a:pt x="7665045" y="12700"/>
                    <a:pt x="7731085" y="78740"/>
                    <a:pt x="7731085" y="158750"/>
                  </a:cubicBezTo>
                  <a:lnTo>
                    <a:pt x="7731085" y="10158926"/>
                  </a:lnTo>
                  <a:cubicBezTo>
                    <a:pt x="7731085" y="10238937"/>
                    <a:pt x="7665045" y="10304976"/>
                    <a:pt x="7585035" y="10304976"/>
                  </a:cubicBezTo>
                  <a:lnTo>
                    <a:pt x="158750" y="10304976"/>
                  </a:lnTo>
                  <a:cubicBezTo>
                    <a:pt x="78740" y="10304976"/>
                    <a:pt x="12700" y="10240207"/>
                    <a:pt x="12700" y="10158926"/>
                  </a:cubicBezTo>
                  <a:close/>
                  <a:moveTo>
                    <a:pt x="7771725" y="10202107"/>
                  </a:moveTo>
                  <a:cubicBezTo>
                    <a:pt x="7771725" y="10282117"/>
                    <a:pt x="7704414" y="10348157"/>
                    <a:pt x="7624404" y="10348157"/>
                  </a:cubicBezTo>
                  <a:lnTo>
                    <a:pt x="243125" y="10348157"/>
                  </a:lnTo>
                  <a:cubicBezTo>
                    <a:pt x="157480" y="10348157"/>
                    <a:pt x="120650" y="10331647"/>
                    <a:pt x="93980" y="10303707"/>
                  </a:cubicBezTo>
                  <a:cubicBezTo>
                    <a:pt x="114300" y="10312597"/>
                    <a:pt x="135890" y="10317676"/>
                    <a:pt x="160020" y="10317676"/>
                  </a:cubicBezTo>
                  <a:lnTo>
                    <a:pt x="7586304" y="10317676"/>
                  </a:lnTo>
                  <a:cubicBezTo>
                    <a:pt x="7673935" y="10317676"/>
                    <a:pt x="7745054" y="10246557"/>
                    <a:pt x="7745054" y="10158926"/>
                  </a:cubicBezTo>
                  <a:lnTo>
                    <a:pt x="7745054" y="158750"/>
                  </a:lnTo>
                  <a:cubicBezTo>
                    <a:pt x="7745054" y="140970"/>
                    <a:pt x="7741245" y="123190"/>
                    <a:pt x="7736164" y="106680"/>
                  </a:cubicBezTo>
                  <a:cubicBezTo>
                    <a:pt x="7757754" y="132080"/>
                    <a:pt x="7771725" y="165100"/>
                    <a:pt x="7771725" y="201930"/>
                  </a:cubicBezTo>
                  <a:lnTo>
                    <a:pt x="7771725" y="10202107"/>
                  </a:lnTo>
                  <a:close/>
                </a:path>
              </a:pathLst>
            </a:custGeom>
            <a:solidFill>
              <a:srgbClr val="96A6A1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451856" y="2133406"/>
            <a:ext cx="205509" cy="226536"/>
            <a:chOff x="0" y="0"/>
            <a:chExt cx="496913" cy="547756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92710" y="106680"/>
              <a:ext cx="392773" cy="428376"/>
            </a:xfrm>
            <a:custGeom>
              <a:avLst/>
              <a:gdLst/>
              <a:ahLst/>
              <a:cxnLst/>
              <a:rect r="r" b="b" t="t" l="l"/>
              <a:pathLst>
                <a:path h="428376" w="392773">
                  <a:moveTo>
                    <a:pt x="366103" y="239146"/>
                  </a:moveTo>
                  <a:cubicBezTo>
                    <a:pt x="366103" y="326776"/>
                    <a:pt x="289903" y="397896"/>
                    <a:pt x="208623" y="397896"/>
                  </a:cubicBezTo>
                  <a:lnTo>
                    <a:pt x="66040" y="397896"/>
                  </a:lnTo>
                  <a:cubicBezTo>
                    <a:pt x="43180" y="397896"/>
                    <a:pt x="20320" y="392816"/>
                    <a:pt x="0" y="383926"/>
                  </a:cubicBezTo>
                  <a:cubicBezTo>
                    <a:pt x="26670" y="411866"/>
                    <a:pt x="63500" y="428376"/>
                    <a:pt x="96630" y="428376"/>
                  </a:cubicBezTo>
                  <a:lnTo>
                    <a:pt x="246723" y="428376"/>
                  </a:lnTo>
                  <a:cubicBezTo>
                    <a:pt x="326733" y="428376"/>
                    <a:pt x="392773" y="362336"/>
                    <a:pt x="392773" y="282326"/>
                  </a:cubicBezTo>
                  <a:lnTo>
                    <a:pt x="392773" y="95250"/>
                  </a:lnTo>
                  <a:cubicBezTo>
                    <a:pt x="392773" y="58420"/>
                    <a:pt x="378803" y="25400"/>
                    <a:pt x="357213" y="0"/>
                  </a:cubicBezTo>
                  <a:cubicBezTo>
                    <a:pt x="363563" y="16510"/>
                    <a:pt x="366103" y="34290"/>
                    <a:pt x="366103" y="52070"/>
                  </a:cubicBezTo>
                  <a:lnTo>
                    <a:pt x="366103" y="239146"/>
                  </a:lnTo>
                  <a:close/>
                </a:path>
              </a:pathLst>
            </a:custGeom>
            <a:solidFill>
              <a:srgbClr val="96A6A1"/>
            </a:solid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12700" y="12700"/>
              <a:ext cx="432143" cy="479176"/>
            </a:xfrm>
            <a:custGeom>
              <a:avLst/>
              <a:gdLst/>
              <a:ahLst/>
              <a:cxnLst/>
              <a:rect r="r" b="b" t="t" l="l"/>
              <a:pathLst>
                <a:path h="479176" w="432143">
                  <a:moveTo>
                    <a:pt x="146050" y="479176"/>
                  </a:moveTo>
                  <a:lnTo>
                    <a:pt x="286093" y="479176"/>
                  </a:lnTo>
                  <a:cubicBezTo>
                    <a:pt x="366103" y="479176"/>
                    <a:pt x="432143" y="413136"/>
                    <a:pt x="432143" y="333126"/>
                  </a:cubicBezTo>
                  <a:lnTo>
                    <a:pt x="432143" y="146050"/>
                  </a:lnTo>
                  <a:cubicBezTo>
                    <a:pt x="432143" y="66040"/>
                    <a:pt x="366103" y="0"/>
                    <a:pt x="286093" y="0"/>
                  </a:cubicBezTo>
                  <a:lnTo>
                    <a:pt x="146050" y="0"/>
                  </a:lnTo>
                  <a:cubicBezTo>
                    <a:pt x="66040" y="0"/>
                    <a:pt x="0" y="66040"/>
                    <a:pt x="0" y="146050"/>
                  </a:cubicBezTo>
                  <a:lnTo>
                    <a:pt x="0" y="333126"/>
                  </a:lnTo>
                  <a:cubicBezTo>
                    <a:pt x="0" y="414406"/>
                    <a:pt x="66040" y="479176"/>
                    <a:pt x="146050" y="479176"/>
                  </a:cubicBezTo>
                  <a:close/>
                </a:path>
              </a:pathLst>
            </a:custGeom>
            <a:solidFill>
              <a:srgbClr val="F1EDE1"/>
            </a:solid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496913" cy="547756"/>
            </a:xfrm>
            <a:custGeom>
              <a:avLst/>
              <a:gdLst/>
              <a:ahLst/>
              <a:cxnLst/>
              <a:rect r="r" b="b" t="t" l="l"/>
              <a:pathLst>
                <a:path h="547756" w="496913">
                  <a:moveTo>
                    <a:pt x="433413" y="74930"/>
                  </a:moveTo>
                  <a:cubicBezTo>
                    <a:pt x="405473" y="30480"/>
                    <a:pt x="355943" y="0"/>
                    <a:pt x="298793" y="0"/>
                  </a:cubicBezTo>
                  <a:lnTo>
                    <a:pt x="158750" y="0"/>
                  </a:lnTo>
                  <a:cubicBezTo>
                    <a:pt x="71120" y="0"/>
                    <a:pt x="0" y="71120"/>
                    <a:pt x="0" y="158750"/>
                  </a:cubicBezTo>
                  <a:lnTo>
                    <a:pt x="0" y="345826"/>
                  </a:lnTo>
                  <a:cubicBezTo>
                    <a:pt x="0" y="397896"/>
                    <a:pt x="25400" y="443616"/>
                    <a:pt x="63500" y="472826"/>
                  </a:cubicBezTo>
                  <a:cubicBezTo>
                    <a:pt x="91440" y="517276"/>
                    <a:pt x="140970" y="547756"/>
                    <a:pt x="189439" y="547756"/>
                  </a:cubicBezTo>
                  <a:lnTo>
                    <a:pt x="338163" y="547756"/>
                  </a:lnTo>
                  <a:cubicBezTo>
                    <a:pt x="425793" y="547756"/>
                    <a:pt x="496913" y="476636"/>
                    <a:pt x="496913" y="389006"/>
                  </a:cubicBezTo>
                  <a:lnTo>
                    <a:pt x="496913" y="201930"/>
                  </a:lnTo>
                  <a:cubicBezTo>
                    <a:pt x="496913" y="149860"/>
                    <a:pt x="471513" y="104140"/>
                    <a:pt x="433413" y="74930"/>
                  </a:cubicBezTo>
                  <a:close/>
                  <a:moveTo>
                    <a:pt x="12700" y="345826"/>
                  </a:moveTo>
                  <a:lnTo>
                    <a:pt x="12700" y="158750"/>
                  </a:lnTo>
                  <a:cubicBezTo>
                    <a:pt x="12700" y="78740"/>
                    <a:pt x="78740" y="12700"/>
                    <a:pt x="158750" y="12700"/>
                  </a:cubicBezTo>
                  <a:lnTo>
                    <a:pt x="298793" y="12700"/>
                  </a:lnTo>
                  <a:cubicBezTo>
                    <a:pt x="378803" y="12700"/>
                    <a:pt x="444843" y="78740"/>
                    <a:pt x="444843" y="158750"/>
                  </a:cubicBezTo>
                  <a:lnTo>
                    <a:pt x="444843" y="345826"/>
                  </a:lnTo>
                  <a:cubicBezTo>
                    <a:pt x="444843" y="425836"/>
                    <a:pt x="378803" y="491876"/>
                    <a:pt x="298793" y="491876"/>
                  </a:cubicBezTo>
                  <a:lnTo>
                    <a:pt x="158750" y="491876"/>
                  </a:lnTo>
                  <a:cubicBezTo>
                    <a:pt x="78740" y="491876"/>
                    <a:pt x="12700" y="427106"/>
                    <a:pt x="12700" y="345826"/>
                  </a:cubicBezTo>
                  <a:close/>
                  <a:moveTo>
                    <a:pt x="485483" y="389006"/>
                  </a:moveTo>
                  <a:cubicBezTo>
                    <a:pt x="485483" y="469016"/>
                    <a:pt x="418173" y="535056"/>
                    <a:pt x="338163" y="535056"/>
                  </a:cubicBezTo>
                  <a:lnTo>
                    <a:pt x="189439" y="535056"/>
                  </a:lnTo>
                  <a:cubicBezTo>
                    <a:pt x="157480" y="535056"/>
                    <a:pt x="120650" y="518546"/>
                    <a:pt x="93980" y="490606"/>
                  </a:cubicBezTo>
                  <a:cubicBezTo>
                    <a:pt x="114300" y="499496"/>
                    <a:pt x="135890" y="504576"/>
                    <a:pt x="160020" y="504576"/>
                  </a:cubicBezTo>
                  <a:lnTo>
                    <a:pt x="300063" y="504576"/>
                  </a:lnTo>
                  <a:cubicBezTo>
                    <a:pt x="387693" y="504576"/>
                    <a:pt x="458813" y="433456"/>
                    <a:pt x="458813" y="345826"/>
                  </a:cubicBezTo>
                  <a:lnTo>
                    <a:pt x="458813" y="158750"/>
                  </a:lnTo>
                  <a:cubicBezTo>
                    <a:pt x="458813" y="140970"/>
                    <a:pt x="455003" y="123190"/>
                    <a:pt x="449923" y="106680"/>
                  </a:cubicBezTo>
                  <a:cubicBezTo>
                    <a:pt x="471513" y="132080"/>
                    <a:pt x="485483" y="165100"/>
                    <a:pt x="485483" y="201930"/>
                  </a:cubicBezTo>
                  <a:lnTo>
                    <a:pt x="485483" y="389006"/>
                  </a:lnTo>
                  <a:close/>
                </a:path>
              </a:pathLst>
            </a:custGeom>
            <a:solidFill>
              <a:srgbClr val="96A6A1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451856" y="2562353"/>
            <a:ext cx="205509" cy="226536"/>
            <a:chOff x="0" y="0"/>
            <a:chExt cx="496913" cy="547756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92710" y="106680"/>
              <a:ext cx="392773" cy="428376"/>
            </a:xfrm>
            <a:custGeom>
              <a:avLst/>
              <a:gdLst/>
              <a:ahLst/>
              <a:cxnLst/>
              <a:rect r="r" b="b" t="t" l="l"/>
              <a:pathLst>
                <a:path h="428376" w="392773">
                  <a:moveTo>
                    <a:pt x="366103" y="239146"/>
                  </a:moveTo>
                  <a:cubicBezTo>
                    <a:pt x="366103" y="326776"/>
                    <a:pt x="289903" y="397896"/>
                    <a:pt x="208623" y="397896"/>
                  </a:cubicBezTo>
                  <a:lnTo>
                    <a:pt x="66040" y="397896"/>
                  </a:lnTo>
                  <a:cubicBezTo>
                    <a:pt x="43180" y="397896"/>
                    <a:pt x="20320" y="392816"/>
                    <a:pt x="0" y="383926"/>
                  </a:cubicBezTo>
                  <a:cubicBezTo>
                    <a:pt x="26670" y="411866"/>
                    <a:pt x="63500" y="428376"/>
                    <a:pt x="96630" y="428376"/>
                  </a:cubicBezTo>
                  <a:lnTo>
                    <a:pt x="246723" y="428376"/>
                  </a:lnTo>
                  <a:cubicBezTo>
                    <a:pt x="326733" y="428376"/>
                    <a:pt x="392773" y="362336"/>
                    <a:pt x="392773" y="282326"/>
                  </a:cubicBezTo>
                  <a:lnTo>
                    <a:pt x="392773" y="95250"/>
                  </a:lnTo>
                  <a:cubicBezTo>
                    <a:pt x="392773" y="58420"/>
                    <a:pt x="378803" y="25400"/>
                    <a:pt x="357213" y="0"/>
                  </a:cubicBezTo>
                  <a:cubicBezTo>
                    <a:pt x="363563" y="16510"/>
                    <a:pt x="366103" y="34290"/>
                    <a:pt x="366103" y="52070"/>
                  </a:cubicBezTo>
                  <a:lnTo>
                    <a:pt x="366103" y="239146"/>
                  </a:lnTo>
                  <a:close/>
                </a:path>
              </a:pathLst>
            </a:custGeom>
            <a:solidFill>
              <a:srgbClr val="96A6A1"/>
            </a:solidFill>
          </p:spPr>
        </p:sp>
        <p:sp>
          <p:nvSpPr>
            <p:cNvPr name="Freeform 12" id="12"/>
            <p:cNvSpPr/>
            <p:nvPr/>
          </p:nvSpPr>
          <p:spPr>
            <a:xfrm flipH="false" flipV="false" rot="0">
              <a:off x="12700" y="12700"/>
              <a:ext cx="432143" cy="479176"/>
            </a:xfrm>
            <a:custGeom>
              <a:avLst/>
              <a:gdLst/>
              <a:ahLst/>
              <a:cxnLst/>
              <a:rect r="r" b="b" t="t" l="l"/>
              <a:pathLst>
                <a:path h="479176" w="432143">
                  <a:moveTo>
                    <a:pt x="146050" y="479176"/>
                  </a:moveTo>
                  <a:lnTo>
                    <a:pt x="286093" y="479176"/>
                  </a:lnTo>
                  <a:cubicBezTo>
                    <a:pt x="366103" y="479176"/>
                    <a:pt x="432143" y="413136"/>
                    <a:pt x="432143" y="333126"/>
                  </a:cubicBezTo>
                  <a:lnTo>
                    <a:pt x="432143" y="146050"/>
                  </a:lnTo>
                  <a:cubicBezTo>
                    <a:pt x="432143" y="66040"/>
                    <a:pt x="366103" y="0"/>
                    <a:pt x="286093" y="0"/>
                  </a:cubicBezTo>
                  <a:lnTo>
                    <a:pt x="146050" y="0"/>
                  </a:lnTo>
                  <a:cubicBezTo>
                    <a:pt x="66040" y="0"/>
                    <a:pt x="0" y="66040"/>
                    <a:pt x="0" y="146050"/>
                  </a:cubicBezTo>
                  <a:lnTo>
                    <a:pt x="0" y="333126"/>
                  </a:lnTo>
                  <a:cubicBezTo>
                    <a:pt x="0" y="414406"/>
                    <a:pt x="66040" y="479176"/>
                    <a:pt x="146050" y="479176"/>
                  </a:cubicBezTo>
                  <a:close/>
                </a:path>
              </a:pathLst>
            </a:custGeom>
            <a:solidFill>
              <a:srgbClr val="F1EDE1"/>
            </a:solid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496913" cy="547756"/>
            </a:xfrm>
            <a:custGeom>
              <a:avLst/>
              <a:gdLst/>
              <a:ahLst/>
              <a:cxnLst/>
              <a:rect r="r" b="b" t="t" l="l"/>
              <a:pathLst>
                <a:path h="547756" w="496913">
                  <a:moveTo>
                    <a:pt x="433413" y="74930"/>
                  </a:moveTo>
                  <a:cubicBezTo>
                    <a:pt x="405473" y="30480"/>
                    <a:pt x="355943" y="0"/>
                    <a:pt x="298793" y="0"/>
                  </a:cubicBezTo>
                  <a:lnTo>
                    <a:pt x="158750" y="0"/>
                  </a:lnTo>
                  <a:cubicBezTo>
                    <a:pt x="71120" y="0"/>
                    <a:pt x="0" y="71120"/>
                    <a:pt x="0" y="158750"/>
                  </a:cubicBezTo>
                  <a:lnTo>
                    <a:pt x="0" y="345826"/>
                  </a:lnTo>
                  <a:cubicBezTo>
                    <a:pt x="0" y="397896"/>
                    <a:pt x="25400" y="443616"/>
                    <a:pt x="63500" y="472826"/>
                  </a:cubicBezTo>
                  <a:cubicBezTo>
                    <a:pt x="91440" y="517276"/>
                    <a:pt x="140970" y="547756"/>
                    <a:pt x="189439" y="547756"/>
                  </a:cubicBezTo>
                  <a:lnTo>
                    <a:pt x="338163" y="547756"/>
                  </a:lnTo>
                  <a:cubicBezTo>
                    <a:pt x="425793" y="547756"/>
                    <a:pt x="496913" y="476636"/>
                    <a:pt x="496913" y="389006"/>
                  </a:cubicBezTo>
                  <a:lnTo>
                    <a:pt x="496913" y="201930"/>
                  </a:lnTo>
                  <a:cubicBezTo>
                    <a:pt x="496913" y="149860"/>
                    <a:pt x="471513" y="104140"/>
                    <a:pt x="433413" y="74930"/>
                  </a:cubicBezTo>
                  <a:close/>
                  <a:moveTo>
                    <a:pt x="12700" y="345826"/>
                  </a:moveTo>
                  <a:lnTo>
                    <a:pt x="12700" y="158750"/>
                  </a:lnTo>
                  <a:cubicBezTo>
                    <a:pt x="12700" y="78740"/>
                    <a:pt x="78740" y="12700"/>
                    <a:pt x="158750" y="12700"/>
                  </a:cubicBezTo>
                  <a:lnTo>
                    <a:pt x="298793" y="12700"/>
                  </a:lnTo>
                  <a:cubicBezTo>
                    <a:pt x="378803" y="12700"/>
                    <a:pt x="444843" y="78740"/>
                    <a:pt x="444843" y="158750"/>
                  </a:cubicBezTo>
                  <a:lnTo>
                    <a:pt x="444843" y="345826"/>
                  </a:lnTo>
                  <a:cubicBezTo>
                    <a:pt x="444843" y="425836"/>
                    <a:pt x="378803" y="491876"/>
                    <a:pt x="298793" y="491876"/>
                  </a:cubicBezTo>
                  <a:lnTo>
                    <a:pt x="158750" y="491876"/>
                  </a:lnTo>
                  <a:cubicBezTo>
                    <a:pt x="78740" y="491876"/>
                    <a:pt x="12700" y="427106"/>
                    <a:pt x="12700" y="345826"/>
                  </a:cubicBezTo>
                  <a:close/>
                  <a:moveTo>
                    <a:pt x="485483" y="389006"/>
                  </a:moveTo>
                  <a:cubicBezTo>
                    <a:pt x="485483" y="469016"/>
                    <a:pt x="418173" y="535056"/>
                    <a:pt x="338163" y="535056"/>
                  </a:cubicBezTo>
                  <a:lnTo>
                    <a:pt x="189439" y="535056"/>
                  </a:lnTo>
                  <a:cubicBezTo>
                    <a:pt x="157480" y="535056"/>
                    <a:pt x="120650" y="518546"/>
                    <a:pt x="93980" y="490606"/>
                  </a:cubicBezTo>
                  <a:cubicBezTo>
                    <a:pt x="114300" y="499496"/>
                    <a:pt x="135890" y="504576"/>
                    <a:pt x="160020" y="504576"/>
                  </a:cubicBezTo>
                  <a:lnTo>
                    <a:pt x="300063" y="504576"/>
                  </a:lnTo>
                  <a:cubicBezTo>
                    <a:pt x="387693" y="504576"/>
                    <a:pt x="458813" y="433456"/>
                    <a:pt x="458813" y="345826"/>
                  </a:cubicBezTo>
                  <a:lnTo>
                    <a:pt x="458813" y="158750"/>
                  </a:lnTo>
                  <a:cubicBezTo>
                    <a:pt x="458813" y="140970"/>
                    <a:pt x="455003" y="123190"/>
                    <a:pt x="449923" y="106680"/>
                  </a:cubicBezTo>
                  <a:cubicBezTo>
                    <a:pt x="471513" y="132080"/>
                    <a:pt x="485483" y="165100"/>
                    <a:pt x="485483" y="201930"/>
                  </a:cubicBezTo>
                  <a:lnTo>
                    <a:pt x="485483" y="389006"/>
                  </a:lnTo>
                  <a:close/>
                </a:path>
              </a:pathLst>
            </a:custGeom>
            <a:solidFill>
              <a:srgbClr val="96A6A1"/>
            </a:solidFill>
          </p:spPr>
        </p:sp>
      </p:grpSp>
      <p:sp>
        <p:nvSpPr>
          <p:cNvPr name="AutoShape 14" id="14"/>
          <p:cNvSpPr/>
          <p:nvPr/>
        </p:nvSpPr>
        <p:spPr>
          <a:xfrm>
            <a:off x="1811760" y="2405544"/>
            <a:ext cx="4508784" cy="0"/>
          </a:xfrm>
          <a:prstGeom prst="line">
            <a:avLst/>
          </a:prstGeom>
          <a:ln cap="flat" w="9525">
            <a:solidFill>
              <a:srgbClr val="96A6A1"/>
            </a:solidFill>
            <a:prstDash val="lgDash"/>
            <a:headEnd type="none" len="sm" w="sm"/>
            <a:tailEnd type="none" len="sm" w="sm"/>
          </a:ln>
        </p:spPr>
      </p:sp>
      <p:sp>
        <p:nvSpPr>
          <p:cNvPr name="AutoShape 15" id="15"/>
          <p:cNvSpPr/>
          <p:nvPr/>
        </p:nvSpPr>
        <p:spPr>
          <a:xfrm rot="0">
            <a:off x="1811760" y="2830011"/>
            <a:ext cx="4508784" cy="0"/>
          </a:xfrm>
          <a:prstGeom prst="line">
            <a:avLst/>
          </a:prstGeom>
          <a:ln cap="flat" w="9525">
            <a:solidFill>
              <a:srgbClr val="96A6A1"/>
            </a:solidFill>
            <a:prstDash val="lgDash"/>
            <a:headEnd type="none" len="sm" w="sm"/>
            <a:tailEnd type="none" len="sm" w="sm"/>
          </a:ln>
        </p:spPr>
      </p:sp>
      <p:sp>
        <p:nvSpPr>
          <p:cNvPr name="AutoShape 16" id="16"/>
          <p:cNvSpPr/>
          <p:nvPr/>
        </p:nvSpPr>
        <p:spPr>
          <a:xfrm rot="0">
            <a:off x="1811760" y="3258958"/>
            <a:ext cx="4508784" cy="0"/>
          </a:xfrm>
          <a:prstGeom prst="line">
            <a:avLst/>
          </a:prstGeom>
          <a:ln cap="flat" w="9525">
            <a:solidFill>
              <a:srgbClr val="96A6A1"/>
            </a:solidFill>
            <a:prstDash val="lgDash"/>
            <a:headEnd type="none" len="sm" w="sm"/>
            <a:tailEnd type="none" len="sm" w="sm"/>
          </a:ln>
        </p:spPr>
      </p:sp>
      <p:grpSp>
        <p:nvGrpSpPr>
          <p:cNvPr name="Group 17" id="17"/>
          <p:cNvGrpSpPr/>
          <p:nvPr/>
        </p:nvGrpSpPr>
        <p:grpSpPr>
          <a:xfrm rot="0">
            <a:off x="1451856" y="3420248"/>
            <a:ext cx="205509" cy="226536"/>
            <a:chOff x="0" y="0"/>
            <a:chExt cx="496913" cy="547756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92710" y="106680"/>
              <a:ext cx="392773" cy="428376"/>
            </a:xfrm>
            <a:custGeom>
              <a:avLst/>
              <a:gdLst/>
              <a:ahLst/>
              <a:cxnLst/>
              <a:rect r="r" b="b" t="t" l="l"/>
              <a:pathLst>
                <a:path h="428376" w="392773">
                  <a:moveTo>
                    <a:pt x="366103" y="239146"/>
                  </a:moveTo>
                  <a:cubicBezTo>
                    <a:pt x="366103" y="326776"/>
                    <a:pt x="289903" y="397896"/>
                    <a:pt x="208623" y="397896"/>
                  </a:cubicBezTo>
                  <a:lnTo>
                    <a:pt x="66040" y="397896"/>
                  </a:lnTo>
                  <a:cubicBezTo>
                    <a:pt x="43180" y="397896"/>
                    <a:pt x="20320" y="392816"/>
                    <a:pt x="0" y="383926"/>
                  </a:cubicBezTo>
                  <a:cubicBezTo>
                    <a:pt x="26670" y="411866"/>
                    <a:pt x="63500" y="428376"/>
                    <a:pt x="96630" y="428376"/>
                  </a:cubicBezTo>
                  <a:lnTo>
                    <a:pt x="246723" y="428376"/>
                  </a:lnTo>
                  <a:cubicBezTo>
                    <a:pt x="326733" y="428376"/>
                    <a:pt x="392773" y="362336"/>
                    <a:pt x="392773" y="282326"/>
                  </a:cubicBezTo>
                  <a:lnTo>
                    <a:pt x="392773" y="95250"/>
                  </a:lnTo>
                  <a:cubicBezTo>
                    <a:pt x="392773" y="58420"/>
                    <a:pt x="378803" y="25400"/>
                    <a:pt x="357213" y="0"/>
                  </a:cubicBezTo>
                  <a:cubicBezTo>
                    <a:pt x="363563" y="16510"/>
                    <a:pt x="366103" y="34290"/>
                    <a:pt x="366103" y="52070"/>
                  </a:cubicBezTo>
                  <a:lnTo>
                    <a:pt x="366103" y="239146"/>
                  </a:lnTo>
                  <a:close/>
                </a:path>
              </a:pathLst>
            </a:custGeom>
            <a:solidFill>
              <a:srgbClr val="96A6A1"/>
            </a:solidFill>
          </p:spPr>
        </p:sp>
        <p:sp>
          <p:nvSpPr>
            <p:cNvPr name="Freeform 19" id="19"/>
            <p:cNvSpPr/>
            <p:nvPr/>
          </p:nvSpPr>
          <p:spPr>
            <a:xfrm flipH="false" flipV="false" rot="0">
              <a:off x="12700" y="12700"/>
              <a:ext cx="432143" cy="479176"/>
            </a:xfrm>
            <a:custGeom>
              <a:avLst/>
              <a:gdLst/>
              <a:ahLst/>
              <a:cxnLst/>
              <a:rect r="r" b="b" t="t" l="l"/>
              <a:pathLst>
                <a:path h="479176" w="432143">
                  <a:moveTo>
                    <a:pt x="146050" y="479176"/>
                  </a:moveTo>
                  <a:lnTo>
                    <a:pt x="286093" y="479176"/>
                  </a:lnTo>
                  <a:cubicBezTo>
                    <a:pt x="366103" y="479176"/>
                    <a:pt x="432143" y="413136"/>
                    <a:pt x="432143" y="333126"/>
                  </a:cubicBezTo>
                  <a:lnTo>
                    <a:pt x="432143" y="146050"/>
                  </a:lnTo>
                  <a:cubicBezTo>
                    <a:pt x="432143" y="66040"/>
                    <a:pt x="366103" y="0"/>
                    <a:pt x="286093" y="0"/>
                  </a:cubicBezTo>
                  <a:lnTo>
                    <a:pt x="146050" y="0"/>
                  </a:lnTo>
                  <a:cubicBezTo>
                    <a:pt x="66040" y="0"/>
                    <a:pt x="0" y="66040"/>
                    <a:pt x="0" y="146050"/>
                  </a:cubicBezTo>
                  <a:lnTo>
                    <a:pt x="0" y="333126"/>
                  </a:lnTo>
                  <a:cubicBezTo>
                    <a:pt x="0" y="414406"/>
                    <a:pt x="66040" y="479176"/>
                    <a:pt x="146050" y="479176"/>
                  </a:cubicBezTo>
                  <a:close/>
                </a:path>
              </a:pathLst>
            </a:custGeom>
            <a:solidFill>
              <a:srgbClr val="F1EDE1"/>
            </a:solidFill>
          </p:spPr>
        </p:sp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496913" cy="547756"/>
            </a:xfrm>
            <a:custGeom>
              <a:avLst/>
              <a:gdLst/>
              <a:ahLst/>
              <a:cxnLst/>
              <a:rect r="r" b="b" t="t" l="l"/>
              <a:pathLst>
                <a:path h="547756" w="496913">
                  <a:moveTo>
                    <a:pt x="433413" y="74930"/>
                  </a:moveTo>
                  <a:cubicBezTo>
                    <a:pt x="405473" y="30480"/>
                    <a:pt x="355943" y="0"/>
                    <a:pt x="298793" y="0"/>
                  </a:cubicBezTo>
                  <a:lnTo>
                    <a:pt x="158750" y="0"/>
                  </a:lnTo>
                  <a:cubicBezTo>
                    <a:pt x="71120" y="0"/>
                    <a:pt x="0" y="71120"/>
                    <a:pt x="0" y="158750"/>
                  </a:cubicBezTo>
                  <a:lnTo>
                    <a:pt x="0" y="345826"/>
                  </a:lnTo>
                  <a:cubicBezTo>
                    <a:pt x="0" y="397896"/>
                    <a:pt x="25400" y="443616"/>
                    <a:pt x="63500" y="472826"/>
                  </a:cubicBezTo>
                  <a:cubicBezTo>
                    <a:pt x="91440" y="517276"/>
                    <a:pt x="140970" y="547756"/>
                    <a:pt x="189439" y="547756"/>
                  </a:cubicBezTo>
                  <a:lnTo>
                    <a:pt x="338163" y="547756"/>
                  </a:lnTo>
                  <a:cubicBezTo>
                    <a:pt x="425793" y="547756"/>
                    <a:pt x="496913" y="476636"/>
                    <a:pt x="496913" y="389006"/>
                  </a:cubicBezTo>
                  <a:lnTo>
                    <a:pt x="496913" y="201930"/>
                  </a:lnTo>
                  <a:cubicBezTo>
                    <a:pt x="496913" y="149860"/>
                    <a:pt x="471513" y="104140"/>
                    <a:pt x="433413" y="74930"/>
                  </a:cubicBezTo>
                  <a:close/>
                  <a:moveTo>
                    <a:pt x="12700" y="345826"/>
                  </a:moveTo>
                  <a:lnTo>
                    <a:pt x="12700" y="158750"/>
                  </a:lnTo>
                  <a:cubicBezTo>
                    <a:pt x="12700" y="78740"/>
                    <a:pt x="78740" y="12700"/>
                    <a:pt x="158750" y="12700"/>
                  </a:cubicBezTo>
                  <a:lnTo>
                    <a:pt x="298793" y="12700"/>
                  </a:lnTo>
                  <a:cubicBezTo>
                    <a:pt x="378803" y="12700"/>
                    <a:pt x="444843" y="78740"/>
                    <a:pt x="444843" y="158750"/>
                  </a:cubicBezTo>
                  <a:lnTo>
                    <a:pt x="444843" y="345826"/>
                  </a:lnTo>
                  <a:cubicBezTo>
                    <a:pt x="444843" y="425836"/>
                    <a:pt x="378803" y="491876"/>
                    <a:pt x="298793" y="491876"/>
                  </a:cubicBezTo>
                  <a:lnTo>
                    <a:pt x="158750" y="491876"/>
                  </a:lnTo>
                  <a:cubicBezTo>
                    <a:pt x="78740" y="491876"/>
                    <a:pt x="12700" y="427106"/>
                    <a:pt x="12700" y="345826"/>
                  </a:cubicBezTo>
                  <a:close/>
                  <a:moveTo>
                    <a:pt x="485483" y="389006"/>
                  </a:moveTo>
                  <a:cubicBezTo>
                    <a:pt x="485483" y="469016"/>
                    <a:pt x="418173" y="535056"/>
                    <a:pt x="338163" y="535056"/>
                  </a:cubicBezTo>
                  <a:lnTo>
                    <a:pt x="189439" y="535056"/>
                  </a:lnTo>
                  <a:cubicBezTo>
                    <a:pt x="157480" y="535056"/>
                    <a:pt x="120650" y="518546"/>
                    <a:pt x="93980" y="490606"/>
                  </a:cubicBezTo>
                  <a:cubicBezTo>
                    <a:pt x="114300" y="499496"/>
                    <a:pt x="135890" y="504576"/>
                    <a:pt x="160020" y="504576"/>
                  </a:cubicBezTo>
                  <a:lnTo>
                    <a:pt x="300063" y="504576"/>
                  </a:lnTo>
                  <a:cubicBezTo>
                    <a:pt x="387693" y="504576"/>
                    <a:pt x="458813" y="433456"/>
                    <a:pt x="458813" y="345826"/>
                  </a:cubicBezTo>
                  <a:lnTo>
                    <a:pt x="458813" y="158750"/>
                  </a:lnTo>
                  <a:cubicBezTo>
                    <a:pt x="458813" y="140970"/>
                    <a:pt x="455003" y="123190"/>
                    <a:pt x="449923" y="106680"/>
                  </a:cubicBezTo>
                  <a:cubicBezTo>
                    <a:pt x="471513" y="132080"/>
                    <a:pt x="485483" y="165100"/>
                    <a:pt x="485483" y="201930"/>
                  </a:cubicBezTo>
                  <a:lnTo>
                    <a:pt x="485483" y="389006"/>
                  </a:lnTo>
                  <a:close/>
                </a:path>
              </a:pathLst>
            </a:custGeom>
            <a:solidFill>
              <a:srgbClr val="96A6A1"/>
            </a:solidFill>
          </p:spPr>
        </p:sp>
      </p:grpSp>
      <p:sp>
        <p:nvSpPr>
          <p:cNvPr name="AutoShape 21" id="21"/>
          <p:cNvSpPr/>
          <p:nvPr/>
        </p:nvSpPr>
        <p:spPr>
          <a:xfrm rot="0">
            <a:off x="1811760" y="3687905"/>
            <a:ext cx="4508784" cy="0"/>
          </a:xfrm>
          <a:prstGeom prst="line">
            <a:avLst/>
          </a:prstGeom>
          <a:ln cap="flat" w="9525">
            <a:solidFill>
              <a:srgbClr val="96A6A1"/>
            </a:solidFill>
            <a:prstDash val="lgDash"/>
            <a:headEnd type="none" len="sm" w="sm"/>
            <a:tailEnd type="none" len="sm" w="sm"/>
          </a:ln>
        </p:spPr>
      </p:sp>
      <p:sp>
        <p:nvSpPr>
          <p:cNvPr name="AutoShape 22" id="22"/>
          <p:cNvSpPr/>
          <p:nvPr/>
        </p:nvSpPr>
        <p:spPr>
          <a:xfrm rot="0">
            <a:off x="1811760" y="4116852"/>
            <a:ext cx="4508784" cy="0"/>
          </a:xfrm>
          <a:prstGeom prst="line">
            <a:avLst/>
          </a:prstGeom>
          <a:ln cap="flat" w="9525">
            <a:solidFill>
              <a:srgbClr val="96A6A1"/>
            </a:solidFill>
            <a:prstDash val="lgDash"/>
            <a:headEnd type="none" len="sm" w="sm"/>
            <a:tailEnd type="none" len="sm" w="sm"/>
          </a:ln>
        </p:spPr>
      </p:sp>
      <p:grpSp>
        <p:nvGrpSpPr>
          <p:cNvPr name="Group 23" id="23"/>
          <p:cNvGrpSpPr/>
          <p:nvPr/>
        </p:nvGrpSpPr>
        <p:grpSpPr>
          <a:xfrm rot="0">
            <a:off x="1451856" y="4278142"/>
            <a:ext cx="205509" cy="226536"/>
            <a:chOff x="0" y="0"/>
            <a:chExt cx="496913" cy="547756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92710" y="106680"/>
              <a:ext cx="392773" cy="428376"/>
            </a:xfrm>
            <a:custGeom>
              <a:avLst/>
              <a:gdLst/>
              <a:ahLst/>
              <a:cxnLst/>
              <a:rect r="r" b="b" t="t" l="l"/>
              <a:pathLst>
                <a:path h="428376" w="392773">
                  <a:moveTo>
                    <a:pt x="366103" y="239146"/>
                  </a:moveTo>
                  <a:cubicBezTo>
                    <a:pt x="366103" y="326776"/>
                    <a:pt x="289903" y="397896"/>
                    <a:pt x="208623" y="397896"/>
                  </a:cubicBezTo>
                  <a:lnTo>
                    <a:pt x="66040" y="397896"/>
                  </a:lnTo>
                  <a:cubicBezTo>
                    <a:pt x="43180" y="397896"/>
                    <a:pt x="20320" y="392816"/>
                    <a:pt x="0" y="383926"/>
                  </a:cubicBezTo>
                  <a:cubicBezTo>
                    <a:pt x="26670" y="411866"/>
                    <a:pt x="63500" y="428376"/>
                    <a:pt x="96630" y="428376"/>
                  </a:cubicBezTo>
                  <a:lnTo>
                    <a:pt x="246723" y="428376"/>
                  </a:lnTo>
                  <a:cubicBezTo>
                    <a:pt x="326733" y="428376"/>
                    <a:pt x="392773" y="362336"/>
                    <a:pt x="392773" y="282326"/>
                  </a:cubicBezTo>
                  <a:lnTo>
                    <a:pt x="392773" y="95250"/>
                  </a:lnTo>
                  <a:cubicBezTo>
                    <a:pt x="392773" y="58420"/>
                    <a:pt x="378803" y="25400"/>
                    <a:pt x="357213" y="0"/>
                  </a:cubicBezTo>
                  <a:cubicBezTo>
                    <a:pt x="363563" y="16510"/>
                    <a:pt x="366103" y="34290"/>
                    <a:pt x="366103" y="52070"/>
                  </a:cubicBezTo>
                  <a:lnTo>
                    <a:pt x="366103" y="239146"/>
                  </a:lnTo>
                  <a:close/>
                </a:path>
              </a:pathLst>
            </a:custGeom>
            <a:solidFill>
              <a:srgbClr val="96A6A1"/>
            </a:solidFill>
          </p:spPr>
        </p:sp>
        <p:sp>
          <p:nvSpPr>
            <p:cNvPr name="Freeform 25" id="25"/>
            <p:cNvSpPr/>
            <p:nvPr/>
          </p:nvSpPr>
          <p:spPr>
            <a:xfrm flipH="false" flipV="false" rot="0">
              <a:off x="12700" y="12700"/>
              <a:ext cx="432143" cy="479176"/>
            </a:xfrm>
            <a:custGeom>
              <a:avLst/>
              <a:gdLst/>
              <a:ahLst/>
              <a:cxnLst/>
              <a:rect r="r" b="b" t="t" l="l"/>
              <a:pathLst>
                <a:path h="479176" w="432143">
                  <a:moveTo>
                    <a:pt x="146050" y="479176"/>
                  </a:moveTo>
                  <a:lnTo>
                    <a:pt x="286093" y="479176"/>
                  </a:lnTo>
                  <a:cubicBezTo>
                    <a:pt x="366103" y="479176"/>
                    <a:pt x="432143" y="413136"/>
                    <a:pt x="432143" y="333126"/>
                  </a:cubicBezTo>
                  <a:lnTo>
                    <a:pt x="432143" y="146050"/>
                  </a:lnTo>
                  <a:cubicBezTo>
                    <a:pt x="432143" y="66040"/>
                    <a:pt x="366103" y="0"/>
                    <a:pt x="286093" y="0"/>
                  </a:cubicBezTo>
                  <a:lnTo>
                    <a:pt x="146050" y="0"/>
                  </a:lnTo>
                  <a:cubicBezTo>
                    <a:pt x="66040" y="0"/>
                    <a:pt x="0" y="66040"/>
                    <a:pt x="0" y="146050"/>
                  </a:cubicBezTo>
                  <a:lnTo>
                    <a:pt x="0" y="333126"/>
                  </a:lnTo>
                  <a:cubicBezTo>
                    <a:pt x="0" y="414406"/>
                    <a:pt x="66040" y="479176"/>
                    <a:pt x="146050" y="479176"/>
                  </a:cubicBezTo>
                  <a:close/>
                </a:path>
              </a:pathLst>
            </a:custGeom>
            <a:solidFill>
              <a:srgbClr val="F1EDE1"/>
            </a:solidFill>
          </p:spPr>
        </p:sp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496913" cy="547756"/>
            </a:xfrm>
            <a:custGeom>
              <a:avLst/>
              <a:gdLst/>
              <a:ahLst/>
              <a:cxnLst/>
              <a:rect r="r" b="b" t="t" l="l"/>
              <a:pathLst>
                <a:path h="547756" w="496913">
                  <a:moveTo>
                    <a:pt x="433413" y="74930"/>
                  </a:moveTo>
                  <a:cubicBezTo>
                    <a:pt x="405473" y="30480"/>
                    <a:pt x="355943" y="0"/>
                    <a:pt x="298793" y="0"/>
                  </a:cubicBezTo>
                  <a:lnTo>
                    <a:pt x="158750" y="0"/>
                  </a:lnTo>
                  <a:cubicBezTo>
                    <a:pt x="71120" y="0"/>
                    <a:pt x="0" y="71120"/>
                    <a:pt x="0" y="158750"/>
                  </a:cubicBezTo>
                  <a:lnTo>
                    <a:pt x="0" y="345826"/>
                  </a:lnTo>
                  <a:cubicBezTo>
                    <a:pt x="0" y="397896"/>
                    <a:pt x="25400" y="443616"/>
                    <a:pt x="63500" y="472826"/>
                  </a:cubicBezTo>
                  <a:cubicBezTo>
                    <a:pt x="91440" y="517276"/>
                    <a:pt x="140970" y="547756"/>
                    <a:pt x="189439" y="547756"/>
                  </a:cubicBezTo>
                  <a:lnTo>
                    <a:pt x="338163" y="547756"/>
                  </a:lnTo>
                  <a:cubicBezTo>
                    <a:pt x="425793" y="547756"/>
                    <a:pt x="496913" y="476636"/>
                    <a:pt x="496913" y="389006"/>
                  </a:cubicBezTo>
                  <a:lnTo>
                    <a:pt x="496913" y="201930"/>
                  </a:lnTo>
                  <a:cubicBezTo>
                    <a:pt x="496913" y="149860"/>
                    <a:pt x="471513" y="104140"/>
                    <a:pt x="433413" y="74930"/>
                  </a:cubicBezTo>
                  <a:close/>
                  <a:moveTo>
                    <a:pt x="12700" y="345826"/>
                  </a:moveTo>
                  <a:lnTo>
                    <a:pt x="12700" y="158750"/>
                  </a:lnTo>
                  <a:cubicBezTo>
                    <a:pt x="12700" y="78740"/>
                    <a:pt x="78740" y="12700"/>
                    <a:pt x="158750" y="12700"/>
                  </a:cubicBezTo>
                  <a:lnTo>
                    <a:pt x="298793" y="12700"/>
                  </a:lnTo>
                  <a:cubicBezTo>
                    <a:pt x="378803" y="12700"/>
                    <a:pt x="444843" y="78740"/>
                    <a:pt x="444843" y="158750"/>
                  </a:cubicBezTo>
                  <a:lnTo>
                    <a:pt x="444843" y="345826"/>
                  </a:lnTo>
                  <a:cubicBezTo>
                    <a:pt x="444843" y="425836"/>
                    <a:pt x="378803" y="491876"/>
                    <a:pt x="298793" y="491876"/>
                  </a:cubicBezTo>
                  <a:lnTo>
                    <a:pt x="158750" y="491876"/>
                  </a:lnTo>
                  <a:cubicBezTo>
                    <a:pt x="78740" y="491876"/>
                    <a:pt x="12700" y="427106"/>
                    <a:pt x="12700" y="345826"/>
                  </a:cubicBezTo>
                  <a:close/>
                  <a:moveTo>
                    <a:pt x="485483" y="389006"/>
                  </a:moveTo>
                  <a:cubicBezTo>
                    <a:pt x="485483" y="469016"/>
                    <a:pt x="418173" y="535056"/>
                    <a:pt x="338163" y="535056"/>
                  </a:cubicBezTo>
                  <a:lnTo>
                    <a:pt x="189439" y="535056"/>
                  </a:lnTo>
                  <a:cubicBezTo>
                    <a:pt x="157480" y="535056"/>
                    <a:pt x="120650" y="518546"/>
                    <a:pt x="93980" y="490606"/>
                  </a:cubicBezTo>
                  <a:cubicBezTo>
                    <a:pt x="114300" y="499496"/>
                    <a:pt x="135890" y="504576"/>
                    <a:pt x="160020" y="504576"/>
                  </a:cubicBezTo>
                  <a:lnTo>
                    <a:pt x="300063" y="504576"/>
                  </a:lnTo>
                  <a:cubicBezTo>
                    <a:pt x="387693" y="504576"/>
                    <a:pt x="458813" y="433456"/>
                    <a:pt x="458813" y="345826"/>
                  </a:cubicBezTo>
                  <a:lnTo>
                    <a:pt x="458813" y="158750"/>
                  </a:lnTo>
                  <a:cubicBezTo>
                    <a:pt x="458813" y="140970"/>
                    <a:pt x="455003" y="123190"/>
                    <a:pt x="449923" y="106680"/>
                  </a:cubicBezTo>
                  <a:cubicBezTo>
                    <a:pt x="471513" y="132080"/>
                    <a:pt x="485483" y="165100"/>
                    <a:pt x="485483" y="201930"/>
                  </a:cubicBezTo>
                  <a:lnTo>
                    <a:pt x="485483" y="389006"/>
                  </a:lnTo>
                  <a:close/>
                </a:path>
              </a:pathLst>
            </a:custGeom>
            <a:solidFill>
              <a:srgbClr val="96A6A1"/>
            </a:solidFill>
          </p:spPr>
        </p:sp>
      </p:grpSp>
      <p:sp>
        <p:nvSpPr>
          <p:cNvPr name="AutoShape 27" id="27"/>
          <p:cNvSpPr/>
          <p:nvPr/>
        </p:nvSpPr>
        <p:spPr>
          <a:xfrm rot="0">
            <a:off x="1811760" y="4545799"/>
            <a:ext cx="4508784" cy="0"/>
          </a:xfrm>
          <a:prstGeom prst="line">
            <a:avLst/>
          </a:prstGeom>
          <a:ln cap="flat" w="9525">
            <a:solidFill>
              <a:srgbClr val="96A6A1"/>
            </a:solidFill>
            <a:prstDash val="lgDash"/>
            <a:headEnd type="none" len="sm" w="sm"/>
            <a:tailEnd type="none" len="sm" w="sm"/>
          </a:ln>
        </p:spPr>
      </p:sp>
      <p:sp>
        <p:nvSpPr>
          <p:cNvPr name="AutoShape 28" id="28"/>
          <p:cNvSpPr/>
          <p:nvPr/>
        </p:nvSpPr>
        <p:spPr>
          <a:xfrm rot="0">
            <a:off x="1811760" y="4974746"/>
            <a:ext cx="4508784" cy="0"/>
          </a:xfrm>
          <a:prstGeom prst="line">
            <a:avLst/>
          </a:prstGeom>
          <a:ln cap="flat" w="9525">
            <a:solidFill>
              <a:srgbClr val="96A6A1"/>
            </a:solidFill>
            <a:prstDash val="lgDash"/>
            <a:headEnd type="none" len="sm" w="sm"/>
            <a:tailEnd type="none" len="sm" w="sm"/>
          </a:ln>
        </p:spPr>
      </p:sp>
      <p:grpSp>
        <p:nvGrpSpPr>
          <p:cNvPr name="Group 29" id="29"/>
          <p:cNvGrpSpPr/>
          <p:nvPr/>
        </p:nvGrpSpPr>
        <p:grpSpPr>
          <a:xfrm rot="0">
            <a:off x="1451856" y="5136036"/>
            <a:ext cx="205509" cy="226536"/>
            <a:chOff x="0" y="0"/>
            <a:chExt cx="496913" cy="547756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92710" y="106680"/>
              <a:ext cx="392773" cy="428376"/>
            </a:xfrm>
            <a:custGeom>
              <a:avLst/>
              <a:gdLst/>
              <a:ahLst/>
              <a:cxnLst/>
              <a:rect r="r" b="b" t="t" l="l"/>
              <a:pathLst>
                <a:path h="428376" w="392773">
                  <a:moveTo>
                    <a:pt x="366103" y="239146"/>
                  </a:moveTo>
                  <a:cubicBezTo>
                    <a:pt x="366103" y="326776"/>
                    <a:pt x="289903" y="397896"/>
                    <a:pt x="208623" y="397896"/>
                  </a:cubicBezTo>
                  <a:lnTo>
                    <a:pt x="66040" y="397896"/>
                  </a:lnTo>
                  <a:cubicBezTo>
                    <a:pt x="43180" y="397896"/>
                    <a:pt x="20320" y="392816"/>
                    <a:pt x="0" y="383926"/>
                  </a:cubicBezTo>
                  <a:cubicBezTo>
                    <a:pt x="26670" y="411866"/>
                    <a:pt x="63500" y="428376"/>
                    <a:pt x="96630" y="428376"/>
                  </a:cubicBezTo>
                  <a:lnTo>
                    <a:pt x="246723" y="428376"/>
                  </a:lnTo>
                  <a:cubicBezTo>
                    <a:pt x="326733" y="428376"/>
                    <a:pt x="392773" y="362336"/>
                    <a:pt x="392773" y="282326"/>
                  </a:cubicBezTo>
                  <a:lnTo>
                    <a:pt x="392773" y="95250"/>
                  </a:lnTo>
                  <a:cubicBezTo>
                    <a:pt x="392773" y="58420"/>
                    <a:pt x="378803" y="25400"/>
                    <a:pt x="357213" y="0"/>
                  </a:cubicBezTo>
                  <a:cubicBezTo>
                    <a:pt x="363563" y="16510"/>
                    <a:pt x="366103" y="34290"/>
                    <a:pt x="366103" y="52070"/>
                  </a:cubicBezTo>
                  <a:lnTo>
                    <a:pt x="366103" y="239146"/>
                  </a:lnTo>
                  <a:close/>
                </a:path>
              </a:pathLst>
            </a:custGeom>
            <a:solidFill>
              <a:srgbClr val="96A6A1"/>
            </a:solidFill>
          </p:spPr>
        </p:sp>
        <p:sp>
          <p:nvSpPr>
            <p:cNvPr name="Freeform 31" id="31"/>
            <p:cNvSpPr/>
            <p:nvPr/>
          </p:nvSpPr>
          <p:spPr>
            <a:xfrm flipH="false" flipV="false" rot="0">
              <a:off x="12700" y="12700"/>
              <a:ext cx="432143" cy="479176"/>
            </a:xfrm>
            <a:custGeom>
              <a:avLst/>
              <a:gdLst/>
              <a:ahLst/>
              <a:cxnLst/>
              <a:rect r="r" b="b" t="t" l="l"/>
              <a:pathLst>
                <a:path h="479176" w="432143">
                  <a:moveTo>
                    <a:pt x="146050" y="479176"/>
                  </a:moveTo>
                  <a:lnTo>
                    <a:pt x="286093" y="479176"/>
                  </a:lnTo>
                  <a:cubicBezTo>
                    <a:pt x="366103" y="479176"/>
                    <a:pt x="432143" y="413136"/>
                    <a:pt x="432143" y="333126"/>
                  </a:cubicBezTo>
                  <a:lnTo>
                    <a:pt x="432143" y="146050"/>
                  </a:lnTo>
                  <a:cubicBezTo>
                    <a:pt x="432143" y="66040"/>
                    <a:pt x="366103" y="0"/>
                    <a:pt x="286093" y="0"/>
                  </a:cubicBezTo>
                  <a:lnTo>
                    <a:pt x="146050" y="0"/>
                  </a:lnTo>
                  <a:cubicBezTo>
                    <a:pt x="66040" y="0"/>
                    <a:pt x="0" y="66040"/>
                    <a:pt x="0" y="146050"/>
                  </a:cubicBezTo>
                  <a:lnTo>
                    <a:pt x="0" y="333126"/>
                  </a:lnTo>
                  <a:cubicBezTo>
                    <a:pt x="0" y="414406"/>
                    <a:pt x="66040" y="479176"/>
                    <a:pt x="146050" y="479176"/>
                  </a:cubicBezTo>
                  <a:close/>
                </a:path>
              </a:pathLst>
            </a:custGeom>
            <a:solidFill>
              <a:srgbClr val="F1EDE1"/>
            </a:solidFill>
          </p:spPr>
        </p:sp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496913" cy="547756"/>
            </a:xfrm>
            <a:custGeom>
              <a:avLst/>
              <a:gdLst/>
              <a:ahLst/>
              <a:cxnLst/>
              <a:rect r="r" b="b" t="t" l="l"/>
              <a:pathLst>
                <a:path h="547756" w="496913">
                  <a:moveTo>
                    <a:pt x="433413" y="74930"/>
                  </a:moveTo>
                  <a:cubicBezTo>
                    <a:pt x="405473" y="30480"/>
                    <a:pt x="355943" y="0"/>
                    <a:pt x="298793" y="0"/>
                  </a:cubicBezTo>
                  <a:lnTo>
                    <a:pt x="158750" y="0"/>
                  </a:lnTo>
                  <a:cubicBezTo>
                    <a:pt x="71120" y="0"/>
                    <a:pt x="0" y="71120"/>
                    <a:pt x="0" y="158750"/>
                  </a:cubicBezTo>
                  <a:lnTo>
                    <a:pt x="0" y="345826"/>
                  </a:lnTo>
                  <a:cubicBezTo>
                    <a:pt x="0" y="397896"/>
                    <a:pt x="25400" y="443616"/>
                    <a:pt x="63500" y="472826"/>
                  </a:cubicBezTo>
                  <a:cubicBezTo>
                    <a:pt x="91440" y="517276"/>
                    <a:pt x="140970" y="547756"/>
                    <a:pt x="189439" y="547756"/>
                  </a:cubicBezTo>
                  <a:lnTo>
                    <a:pt x="338163" y="547756"/>
                  </a:lnTo>
                  <a:cubicBezTo>
                    <a:pt x="425793" y="547756"/>
                    <a:pt x="496913" y="476636"/>
                    <a:pt x="496913" y="389006"/>
                  </a:cubicBezTo>
                  <a:lnTo>
                    <a:pt x="496913" y="201930"/>
                  </a:lnTo>
                  <a:cubicBezTo>
                    <a:pt x="496913" y="149860"/>
                    <a:pt x="471513" y="104140"/>
                    <a:pt x="433413" y="74930"/>
                  </a:cubicBezTo>
                  <a:close/>
                  <a:moveTo>
                    <a:pt x="12700" y="345826"/>
                  </a:moveTo>
                  <a:lnTo>
                    <a:pt x="12700" y="158750"/>
                  </a:lnTo>
                  <a:cubicBezTo>
                    <a:pt x="12700" y="78740"/>
                    <a:pt x="78740" y="12700"/>
                    <a:pt x="158750" y="12700"/>
                  </a:cubicBezTo>
                  <a:lnTo>
                    <a:pt x="298793" y="12700"/>
                  </a:lnTo>
                  <a:cubicBezTo>
                    <a:pt x="378803" y="12700"/>
                    <a:pt x="444843" y="78740"/>
                    <a:pt x="444843" y="158750"/>
                  </a:cubicBezTo>
                  <a:lnTo>
                    <a:pt x="444843" y="345826"/>
                  </a:lnTo>
                  <a:cubicBezTo>
                    <a:pt x="444843" y="425836"/>
                    <a:pt x="378803" y="491876"/>
                    <a:pt x="298793" y="491876"/>
                  </a:cubicBezTo>
                  <a:lnTo>
                    <a:pt x="158750" y="491876"/>
                  </a:lnTo>
                  <a:cubicBezTo>
                    <a:pt x="78740" y="491876"/>
                    <a:pt x="12700" y="427106"/>
                    <a:pt x="12700" y="345826"/>
                  </a:cubicBezTo>
                  <a:close/>
                  <a:moveTo>
                    <a:pt x="485483" y="389006"/>
                  </a:moveTo>
                  <a:cubicBezTo>
                    <a:pt x="485483" y="469016"/>
                    <a:pt x="418173" y="535056"/>
                    <a:pt x="338163" y="535056"/>
                  </a:cubicBezTo>
                  <a:lnTo>
                    <a:pt x="189439" y="535056"/>
                  </a:lnTo>
                  <a:cubicBezTo>
                    <a:pt x="157480" y="535056"/>
                    <a:pt x="120650" y="518546"/>
                    <a:pt x="93980" y="490606"/>
                  </a:cubicBezTo>
                  <a:cubicBezTo>
                    <a:pt x="114300" y="499496"/>
                    <a:pt x="135890" y="504576"/>
                    <a:pt x="160020" y="504576"/>
                  </a:cubicBezTo>
                  <a:lnTo>
                    <a:pt x="300063" y="504576"/>
                  </a:lnTo>
                  <a:cubicBezTo>
                    <a:pt x="387693" y="504576"/>
                    <a:pt x="458813" y="433456"/>
                    <a:pt x="458813" y="345826"/>
                  </a:cubicBezTo>
                  <a:lnTo>
                    <a:pt x="458813" y="158750"/>
                  </a:lnTo>
                  <a:cubicBezTo>
                    <a:pt x="458813" y="140970"/>
                    <a:pt x="455003" y="123190"/>
                    <a:pt x="449923" y="106680"/>
                  </a:cubicBezTo>
                  <a:cubicBezTo>
                    <a:pt x="471513" y="132080"/>
                    <a:pt x="485483" y="165100"/>
                    <a:pt x="485483" y="201930"/>
                  </a:cubicBezTo>
                  <a:lnTo>
                    <a:pt x="485483" y="389006"/>
                  </a:lnTo>
                  <a:close/>
                </a:path>
              </a:pathLst>
            </a:custGeom>
            <a:solidFill>
              <a:srgbClr val="96A6A1"/>
            </a:solidFill>
          </p:spPr>
        </p:sp>
      </p:grpSp>
      <p:sp>
        <p:nvSpPr>
          <p:cNvPr name="AutoShape 33" id="33"/>
          <p:cNvSpPr/>
          <p:nvPr/>
        </p:nvSpPr>
        <p:spPr>
          <a:xfrm rot="0">
            <a:off x="1811760" y="5403694"/>
            <a:ext cx="4508784" cy="0"/>
          </a:xfrm>
          <a:prstGeom prst="line">
            <a:avLst/>
          </a:prstGeom>
          <a:ln cap="flat" w="9525">
            <a:solidFill>
              <a:srgbClr val="96A6A1"/>
            </a:solidFill>
            <a:prstDash val="lgDash"/>
            <a:headEnd type="none" len="sm" w="sm"/>
            <a:tailEnd type="none" len="sm" w="sm"/>
          </a:ln>
        </p:spPr>
      </p:sp>
      <p:sp>
        <p:nvSpPr>
          <p:cNvPr name="AutoShape 34" id="34"/>
          <p:cNvSpPr/>
          <p:nvPr/>
        </p:nvSpPr>
        <p:spPr>
          <a:xfrm rot="0">
            <a:off x="1811760" y="5832641"/>
            <a:ext cx="4508784" cy="0"/>
          </a:xfrm>
          <a:prstGeom prst="line">
            <a:avLst/>
          </a:prstGeom>
          <a:ln cap="flat" w="9525">
            <a:solidFill>
              <a:srgbClr val="96A6A1"/>
            </a:solidFill>
            <a:prstDash val="lgDash"/>
            <a:headEnd type="none" len="sm" w="sm"/>
            <a:tailEnd type="none" len="sm" w="sm"/>
          </a:ln>
        </p:spPr>
      </p:sp>
      <p:grpSp>
        <p:nvGrpSpPr>
          <p:cNvPr name="Group 35" id="35"/>
          <p:cNvGrpSpPr/>
          <p:nvPr/>
        </p:nvGrpSpPr>
        <p:grpSpPr>
          <a:xfrm rot="0">
            <a:off x="1451856" y="5993931"/>
            <a:ext cx="205509" cy="226536"/>
            <a:chOff x="0" y="0"/>
            <a:chExt cx="496913" cy="547756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92710" y="106680"/>
              <a:ext cx="392773" cy="428376"/>
            </a:xfrm>
            <a:custGeom>
              <a:avLst/>
              <a:gdLst/>
              <a:ahLst/>
              <a:cxnLst/>
              <a:rect r="r" b="b" t="t" l="l"/>
              <a:pathLst>
                <a:path h="428376" w="392773">
                  <a:moveTo>
                    <a:pt x="366103" y="239146"/>
                  </a:moveTo>
                  <a:cubicBezTo>
                    <a:pt x="366103" y="326776"/>
                    <a:pt x="289903" y="397896"/>
                    <a:pt x="208623" y="397896"/>
                  </a:cubicBezTo>
                  <a:lnTo>
                    <a:pt x="66040" y="397896"/>
                  </a:lnTo>
                  <a:cubicBezTo>
                    <a:pt x="43180" y="397896"/>
                    <a:pt x="20320" y="392816"/>
                    <a:pt x="0" y="383926"/>
                  </a:cubicBezTo>
                  <a:cubicBezTo>
                    <a:pt x="26670" y="411866"/>
                    <a:pt x="63500" y="428376"/>
                    <a:pt x="96630" y="428376"/>
                  </a:cubicBezTo>
                  <a:lnTo>
                    <a:pt x="246723" y="428376"/>
                  </a:lnTo>
                  <a:cubicBezTo>
                    <a:pt x="326733" y="428376"/>
                    <a:pt x="392773" y="362336"/>
                    <a:pt x="392773" y="282326"/>
                  </a:cubicBezTo>
                  <a:lnTo>
                    <a:pt x="392773" y="95250"/>
                  </a:lnTo>
                  <a:cubicBezTo>
                    <a:pt x="392773" y="58420"/>
                    <a:pt x="378803" y="25400"/>
                    <a:pt x="357213" y="0"/>
                  </a:cubicBezTo>
                  <a:cubicBezTo>
                    <a:pt x="363563" y="16510"/>
                    <a:pt x="366103" y="34290"/>
                    <a:pt x="366103" y="52070"/>
                  </a:cubicBezTo>
                  <a:lnTo>
                    <a:pt x="366103" y="239146"/>
                  </a:lnTo>
                  <a:close/>
                </a:path>
              </a:pathLst>
            </a:custGeom>
            <a:solidFill>
              <a:srgbClr val="96A6A1"/>
            </a:solidFill>
          </p:spPr>
        </p:sp>
        <p:sp>
          <p:nvSpPr>
            <p:cNvPr name="Freeform 37" id="37"/>
            <p:cNvSpPr/>
            <p:nvPr/>
          </p:nvSpPr>
          <p:spPr>
            <a:xfrm flipH="false" flipV="false" rot="0">
              <a:off x="12700" y="12700"/>
              <a:ext cx="432143" cy="479176"/>
            </a:xfrm>
            <a:custGeom>
              <a:avLst/>
              <a:gdLst/>
              <a:ahLst/>
              <a:cxnLst/>
              <a:rect r="r" b="b" t="t" l="l"/>
              <a:pathLst>
                <a:path h="479176" w="432143">
                  <a:moveTo>
                    <a:pt x="146050" y="479176"/>
                  </a:moveTo>
                  <a:lnTo>
                    <a:pt x="286093" y="479176"/>
                  </a:lnTo>
                  <a:cubicBezTo>
                    <a:pt x="366103" y="479176"/>
                    <a:pt x="432143" y="413136"/>
                    <a:pt x="432143" y="333126"/>
                  </a:cubicBezTo>
                  <a:lnTo>
                    <a:pt x="432143" y="146050"/>
                  </a:lnTo>
                  <a:cubicBezTo>
                    <a:pt x="432143" y="66040"/>
                    <a:pt x="366103" y="0"/>
                    <a:pt x="286093" y="0"/>
                  </a:cubicBezTo>
                  <a:lnTo>
                    <a:pt x="146050" y="0"/>
                  </a:lnTo>
                  <a:cubicBezTo>
                    <a:pt x="66040" y="0"/>
                    <a:pt x="0" y="66040"/>
                    <a:pt x="0" y="146050"/>
                  </a:cubicBezTo>
                  <a:lnTo>
                    <a:pt x="0" y="333126"/>
                  </a:lnTo>
                  <a:cubicBezTo>
                    <a:pt x="0" y="414406"/>
                    <a:pt x="66040" y="479176"/>
                    <a:pt x="146050" y="479176"/>
                  </a:cubicBezTo>
                  <a:close/>
                </a:path>
              </a:pathLst>
            </a:custGeom>
            <a:solidFill>
              <a:srgbClr val="F1EDE1"/>
            </a:solidFill>
          </p:spPr>
        </p:sp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496913" cy="547756"/>
            </a:xfrm>
            <a:custGeom>
              <a:avLst/>
              <a:gdLst/>
              <a:ahLst/>
              <a:cxnLst/>
              <a:rect r="r" b="b" t="t" l="l"/>
              <a:pathLst>
                <a:path h="547756" w="496913">
                  <a:moveTo>
                    <a:pt x="433413" y="74930"/>
                  </a:moveTo>
                  <a:cubicBezTo>
                    <a:pt x="405473" y="30480"/>
                    <a:pt x="355943" y="0"/>
                    <a:pt x="298793" y="0"/>
                  </a:cubicBezTo>
                  <a:lnTo>
                    <a:pt x="158750" y="0"/>
                  </a:lnTo>
                  <a:cubicBezTo>
                    <a:pt x="71120" y="0"/>
                    <a:pt x="0" y="71120"/>
                    <a:pt x="0" y="158750"/>
                  </a:cubicBezTo>
                  <a:lnTo>
                    <a:pt x="0" y="345826"/>
                  </a:lnTo>
                  <a:cubicBezTo>
                    <a:pt x="0" y="397896"/>
                    <a:pt x="25400" y="443616"/>
                    <a:pt x="63500" y="472826"/>
                  </a:cubicBezTo>
                  <a:cubicBezTo>
                    <a:pt x="91440" y="517276"/>
                    <a:pt x="140970" y="547756"/>
                    <a:pt x="189439" y="547756"/>
                  </a:cubicBezTo>
                  <a:lnTo>
                    <a:pt x="338163" y="547756"/>
                  </a:lnTo>
                  <a:cubicBezTo>
                    <a:pt x="425793" y="547756"/>
                    <a:pt x="496913" y="476636"/>
                    <a:pt x="496913" y="389006"/>
                  </a:cubicBezTo>
                  <a:lnTo>
                    <a:pt x="496913" y="201930"/>
                  </a:lnTo>
                  <a:cubicBezTo>
                    <a:pt x="496913" y="149860"/>
                    <a:pt x="471513" y="104140"/>
                    <a:pt x="433413" y="74930"/>
                  </a:cubicBezTo>
                  <a:close/>
                  <a:moveTo>
                    <a:pt x="12700" y="345826"/>
                  </a:moveTo>
                  <a:lnTo>
                    <a:pt x="12700" y="158750"/>
                  </a:lnTo>
                  <a:cubicBezTo>
                    <a:pt x="12700" y="78740"/>
                    <a:pt x="78740" y="12700"/>
                    <a:pt x="158750" y="12700"/>
                  </a:cubicBezTo>
                  <a:lnTo>
                    <a:pt x="298793" y="12700"/>
                  </a:lnTo>
                  <a:cubicBezTo>
                    <a:pt x="378803" y="12700"/>
                    <a:pt x="444843" y="78740"/>
                    <a:pt x="444843" y="158750"/>
                  </a:cubicBezTo>
                  <a:lnTo>
                    <a:pt x="444843" y="345826"/>
                  </a:lnTo>
                  <a:cubicBezTo>
                    <a:pt x="444843" y="425836"/>
                    <a:pt x="378803" y="491876"/>
                    <a:pt x="298793" y="491876"/>
                  </a:cubicBezTo>
                  <a:lnTo>
                    <a:pt x="158750" y="491876"/>
                  </a:lnTo>
                  <a:cubicBezTo>
                    <a:pt x="78740" y="491876"/>
                    <a:pt x="12700" y="427106"/>
                    <a:pt x="12700" y="345826"/>
                  </a:cubicBezTo>
                  <a:close/>
                  <a:moveTo>
                    <a:pt x="485483" y="389006"/>
                  </a:moveTo>
                  <a:cubicBezTo>
                    <a:pt x="485483" y="469016"/>
                    <a:pt x="418173" y="535056"/>
                    <a:pt x="338163" y="535056"/>
                  </a:cubicBezTo>
                  <a:lnTo>
                    <a:pt x="189439" y="535056"/>
                  </a:lnTo>
                  <a:cubicBezTo>
                    <a:pt x="157480" y="535056"/>
                    <a:pt x="120650" y="518546"/>
                    <a:pt x="93980" y="490606"/>
                  </a:cubicBezTo>
                  <a:cubicBezTo>
                    <a:pt x="114300" y="499496"/>
                    <a:pt x="135890" y="504576"/>
                    <a:pt x="160020" y="504576"/>
                  </a:cubicBezTo>
                  <a:lnTo>
                    <a:pt x="300063" y="504576"/>
                  </a:lnTo>
                  <a:cubicBezTo>
                    <a:pt x="387693" y="504576"/>
                    <a:pt x="458813" y="433456"/>
                    <a:pt x="458813" y="345826"/>
                  </a:cubicBezTo>
                  <a:lnTo>
                    <a:pt x="458813" y="158750"/>
                  </a:lnTo>
                  <a:cubicBezTo>
                    <a:pt x="458813" y="140970"/>
                    <a:pt x="455003" y="123190"/>
                    <a:pt x="449923" y="106680"/>
                  </a:cubicBezTo>
                  <a:cubicBezTo>
                    <a:pt x="471513" y="132080"/>
                    <a:pt x="485483" y="165100"/>
                    <a:pt x="485483" y="201930"/>
                  </a:cubicBezTo>
                  <a:lnTo>
                    <a:pt x="485483" y="389006"/>
                  </a:lnTo>
                  <a:close/>
                </a:path>
              </a:pathLst>
            </a:custGeom>
            <a:solidFill>
              <a:srgbClr val="96A6A1"/>
            </a:solidFill>
          </p:spPr>
        </p:sp>
      </p:grpSp>
      <p:sp>
        <p:nvSpPr>
          <p:cNvPr name="AutoShape 39" id="39"/>
          <p:cNvSpPr/>
          <p:nvPr/>
        </p:nvSpPr>
        <p:spPr>
          <a:xfrm rot="0">
            <a:off x="1811760" y="6261588"/>
            <a:ext cx="4508784" cy="0"/>
          </a:xfrm>
          <a:prstGeom prst="line">
            <a:avLst/>
          </a:prstGeom>
          <a:ln cap="flat" w="9525">
            <a:solidFill>
              <a:srgbClr val="96A6A1"/>
            </a:solidFill>
            <a:prstDash val="lgDash"/>
            <a:headEnd type="none" len="sm" w="sm"/>
            <a:tailEnd type="none" len="sm" w="sm"/>
          </a:ln>
        </p:spPr>
      </p:sp>
      <p:grpSp>
        <p:nvGrpSpPr>
          <p:cNvPr name="Group 40" id="40"/>
          <p:cNvGrpSpPr/>
          <p:nvPr/>
        </p:nvGrpSpPr>
        <p:grpSpPr>
          <a:xfrm rot="0">
            <a:off x="1451856" y="6422878"/>
            <a:ext cx="205509" cy="226536"/>
            <a:chOff x="0" y="0"/>
            <a:chExt cx="496913" cy="547756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92710" y="106680"/>
              <a:ext cx="392773" cy="428376"/>
            </a:xfrm>
            <a:custGeom>
              <a:avLst/>
              <a:gdLst/>
              <a:ahLst/>
              <a:cxnLst/>
              <a:rect r="r" b="b" t="t" l="l"/>
              <a:pathLst>
                <a:path h="428376" w="392773">
                  <a:moveTo>
                    <a:pt x="366103" y="239146"/>
                  </a:moveTo>
                  <a:cubicBezTo>
                    <a:pt x="366103" y="326776"/>
                    <a:pt x="289903" y="397896"/>
                    <a:pt x="208623" y="397896"/>
                  </a:cubicBezTo>
                  <a:lnTo>
                    <a:pt x="66040" y="397896"/>
                  </a:lnTo>
                  <a:cubicBezTo>
                    <a:pt x="43180" y="397896"/>
                    <a:pt x="20320" y="392816"/>
                    <a:pt x="0" y="383926"/>
                  </a:cubicBezTo>
                  <a:cubicBezTo>
                    <a:pt x="26670" y="411866"/>
                    <a:pt x="63500" y="428376"/>
                    <a:pt x="96630" y="428376"/>
                  </a:cubicBezTo>
                  <a:lnTo>
                    <a:pt x="246723" y="428376"/>
                  </a:lnTo>
                  <a:cubicBezTo>
                    <a:pt x="326733" y="428376"/>
                    <a:pt x="392773" y="362336"/>
                    <a:pt x="392773" y="282326"/>
                  </a:cubicBezTo>
                  <a:lnTo>
                    <a:pt x="392773" y="95250"/>
                  </a:lnTo>
                  <a:cubicBezTo>
                    <a:pt x="392773" y="58420"/>
                    <a:pt x="378803" y="25400"/>
                    <a:pt x="357213" y="0"/>
                  </a:cubicBezTo>
                  <a:cubicBezTo>
                    <a:pt x="363563" y="16510"/>
                    <a:pt x="366103" y="34290"/>
                    <a:pt x="366103" y="52070"/>
                  </a:cubicBezTo>
                  <a:lnTo>
                    <a:pt x="366103" y="239146"/>
                  </a:lnTo>
                  <a:close/>
                </a:path>
              </a:pathLst>
            </a:custGeom>
            <a:solidFill>
              <a:srgbClr val="96A6A1"/>
            </a:solidFill>
          </p:spPr>
        </p:sp>
        <p:sp>
          <p:nvSpPr>
            <p:cNvPr name="Freeform 42" id="42"/>
            <p:cNvSpPr/>
            <p:nvPr/>
          </p:nvSpPr>
          <p:spPr>
            <a:xfrm flipH="false" flipV="false" rot="0">
              <a:off x="12700" y="12700"/>
              <a:ext cx="432143" cy="479176"/>
            </a:xfrm>
            <a:custGeom>
              <a:avLst/>
              <a:gdLst/>
              <a:ahLst/>
              <a:cxnLst/>
              <a:rect r="r" b="b" t="t" l="l"/>
              <a:pathLst>
                <a:path h="479176" w="432143">
                  <a:moveTo>
                    <a:pt x="146050" y="479176"/>
                  </a:moveTo>
                  <a:lnTo>
                    <a:pt x="286093" y="479176"/>
                  </a:lnTo>
                  <a:cubicBezTo>
                    <a:pt x="366103" y="479176"/>
                    <a:pt x="432143" y="413136"/>
                    <a:pt x="432143" y="333126"/>
                  </a:cubicBezTo>
                  <a:lnTo>
                    <a:pt x="432143" y="146050"/>
                  </a:lnTo>
                  <a:cubicBezTo>
                    <a:pt x="432143" y="66040"/>
                    <a:pt x="366103" y="0"/>
                    <a:pt x="286093" y="0"/>
                  </a:cubicBezTo>
                  <a:lnTo>
                    <a:pt x="146050" y="0"/>
                  </a:lnTo>
                  <a:cubicBezTo>
                    <a:pt x="66040" y="0"/>
                    <a:pt x="0" y="66040"/>
                    <a:pt x="0" y="146050"/>
                  </a:cubicBezTo>
                  <a:lnTo>
                    <a:pt x="0" y="333126"/>
                  </a:lnTo>
                  <a:cubicBezTo>
                    <a:pt x="0" y="414406"/>
                    <a:pt x="66040" y="479176"/>
                    <a:pt x="146050" y="479176"/>
                  </a:cubicBezTo>
                  <a:close/>
                </a:path>
              </a:pathLst>
            </a:custGeom>
            <a:solidFill>
              <a:srgbClr val="F1EDE1"/>
            </a:solidFill>
          </p:spPr>
        </p:sp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496913" cy="547756"/>
            </a:xfrm>
            <a:custGeom>
              <a:avLst/>
              <a:gdLst/>
              <a:ahLst/>
              <a:cxnLst/>
              <a:rect r="r" b="b" t="t" l="l"/>
              <a:pathLst>
                <a:path h="547756" w="496913">
                  <a:moveTo>
                    <a:pt x="433413" y="74930"/>
                  </a:moveTo>
                  <a:cubicBezTo>
                    <a:pt x="405473" y="30480"/>
                    <a:pt x="355943" y="0"/>
                    <a:pt x="298793" y="0"/>
                  </a:cubicBezTo>
                  <a:lnTo>
                    <a:pt x="158750" y="0"/>
                  </a:lnTo>
                  <a:cubicBezTo>
                    <a:pt x="71120" y="0"/>
                    <a:pt x="0" y="71120"/>
                    <a:pt x="0" y="158750"/>
                  </a:cubicBezTo>
                  <a:lnTo>
                    <a:pt x="0" y="345826"/>
                  </a:lnTo>
                  <a:cubicBezTo>
                    <a:pt x="0" y="397896"/>
                    <a:pt x="25400" y="443616"/>
                    <a:pt x="63500" y="472826"/>
                  </a:cubicBezTo>
                  <a:cubicBezTo>
                    <a:pt x="91440" y="517276"/>
                    <a:pt x="140970" y="547756"/>
                    <a:pt x="189439" y="547756"/>
                  </a:cubicBezTo>
                  <a:lnTo>
                    <a:pt x="338163" y="547756"/>
                  </a:lnTo>
                  <a:cubicBezTo>
                    <a:pt x="425793" y="547756"/>
                    <a:pt x="496913" y="476636"/>
                    <a:pt x="496913" y="389006"/>
                  </a:cubicBezTo>
                  <a:lnTo>
                    <a:pt x="496913" y="201930"/>
                  </a:lnTo>
                  <a:cubicBezTo>
                    <a:pt x="496913" y="149860"/>
                    <a:pt x="471513" y="104140"/>
                    <a:pt x="433413" y="74930"/>
                  </a:cubicBezTo>
                  <a:close/>
                  <a:moveTo>
                    <a:pt x="12700" y="345826"/>
                  </a:moveTo>
                  <a:lnTo>
                    <a:pt x="12700" y="158750"/>
                  </a:lnTo>
                  <a:cubicBezTo>
                    <a:pt x="12700" y="78740"/>
                    <a:pt x="78740" y="12700"/>
                    <a:pt x="158750" y="12700"/>
                  </a:cubicBezTo>
                  <a:lnTo>
                    <a:pt x="298793" y="12700"/>
                  </a:lnTo>
                  <a:cubicBezTo>
                    <a:pt x="378803" y="12700"/>
                    <a:pt x="444843" y="78740"/>
                    <a:pt x="444843" y="158750"/>
                  </a:cubicBezTo>
                  <a:lnTo>
                    <a:pt x="444843" y="345826"/>
                  </a:lnTo>
                  <a:cubicBezTo>
                    <a:pt x="444843" y="425836"/>
                    <a:pt x="378803" y="491876"/>
                    <a:pt x="298793" y="491876"/>
                  </a:cubicBezTo>
                  <a:lnTo>
                    <a:pt x="158750" y="491876"/>
                  </a:lnTo>
                  <a:cubicBezTo>
                    <a:pt x="78740" y="491876"/>
                    <a:pt x="12700" y="427106"/>
                    <a:pt x="12700" y="345826"/>
                  </a:cubicBezTo>
                  <a:close/>
                  <a:moveTo>
                    <a:pt x="485483" y="389006"/>
                  </a:moveTo>
                  <a:cubicBezTo>
                    <a:pt x="485483" y="469016"/>
                    <a:pt x="418173" y="535056"/>
                    <a:pt x="338163" y="535056"/>
                  </a:cubicBezTo>
                  <a:lnTo>
                    <a:pt x="189439" y="535056"/>
                  </a:lnTo>
                  <a:cubicBezTo>
                    <a:pt x="157480" y="535056"/>
                    <a:pt x="120650" y="518546"/>
                    <a:pt x="93980" y="490606"/>
                  </a:cubicBezTo>
                  <a:cubicBezTo>
                    <a:pt x="114300" y="499496"/>
                    <a:pt x="135890" y="504576"/>
                    <a:pt x="160020" y="504576"/>
                  </a:cubicBezTo>
                  <a:lnTo>
                    <a:pt x="300063" y="504576"/>
                  </a:lnTo>
                  <a:cubicBezTo>
                    <a:pt x="387693" y="504576"/>
                    <a:pt x="458813" y="433456"/>
                    <a:pt x="458813" y="345826"/>
                  </a:cubicBezTo>
                  <a:lnTo>
                    <a:pt x="458813" y="158750"/>
                  </a:lnTo>
                  <a:cubicBezTo>
                    <a:pt x="458813" y="140970"/>
                    <a:pt x="455003" y="123190"/>
                    <a:pt x="449923" y="106680"/>
                  </a:cubicBezTo>
                  <a:cubicBezTo>
                    <a:pt x="471513" y="132080"/>
                    <a:pt x="485483" y="165100"/>
                    <a:pt x="485483" y="201930"/>
                  </a:cubicBezTo>
                  <a:lnTo>
                    <a:pt x="485483" y="389006"/>
                  </a:lnTo>
                  <a:close/>
                </a:path>
              </a:pathLst>
            </a:custGeom>
            <a:solidFill>
              <a:srgbClr val="96A6A1"/>
            </a:solidFill>
          </p:spPr>
        </p:sp>
      </p:grpSp>
      <p:sp>
        <p:nvSpPr>
          <p:cNvPr name="AutoShape 44" id="44"/>
          <p:cNvSpPr/>
          <p:nvPr/>
        </p:nvSpPr>
        <p:spPr>
          <a:xfrm rot="0">
            <a:off x="1811760" y="6690535"/>
            <a:ext cx="4508784" cy="0"/>
          </a:xfrm>
          <a:prstGeom prst="line">
            <a:avLst/>
          </a:prstGeom>
          <a:ln cap="flat" w="9525">
            <a:solidFill>
              <a:srgbClr val="96A6A1"/>
            </a:solidFill>
            <a:prstDash val="lgDash"/>
            <a:headEnd type="none" len="sm" w="sm"/>
            <a:tailEnd type="none" len="sm" w="sm"/>
          </a:ln>
        </p:spPr>
      </p:sp>
      <p:sp>
        <p:nvSpPr>
          <p:cNvPr name="AutoShape 45" id="45"/>
          <p:cNvSpPr/>
          <p:nvPr/>
        </p:nvSpPr>
        <p:spPr>
          <a:xfrm rot="0">
            <a:off x="1811760" y="7119482"/>
            <a:ext cx="4508784" cy="0"/>
          </a:xfrm>
          <a:prstGeom prst="line">
            <a:avLst/>
          </a:prstGeom>
          <a:ln cap="flat" w="9525">
            <a:solidFill>
              <a:srgbClr val="96A6A1"/>
            </a:solidFill>
            <a:prstDash val="lgDash"/>
            <a:headEnd type="none" len="sm" w="sm"/>
            <a:tailEnd type="none" len="sm" w="sm"/>
          </a:ln>
        </p:spPr>
      </p:sp>
      <p:grpSp>
        <p:nvGrpSpPr>
          <p:cNvPr name="Group 46" id="46"/>
          <p:cNvGrpSpPr/>
          <p:nvPr/>
        </p:nvGrpSpPr>
        <p:grpSpPr>
          <a:xfrm rot="0">
            <a:off x="1451856" y="7280772"/>
            <a:ext cx="205509" cy="226536"/>
            <a:chOff x="0" y="0"/>
            <a:chExt cx="496913" cy="547756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92710" y="106680"/>
              <a:ext cx="392773" cy="428376"/>
            </a:xfrm>
            <a:custGeom>
              <a:avLst/>
              <a:gdLst/>
              <a:ahLst/>
              <a:cxnLst/>
              <a:rect r="r" b="b" t="t" l="l"/>
              <a:pathLst>
                <a:path h="428376" w="392773">
                  <a:moveTo>
                    <a:pt x="366103" y="239146"/>
                  </a:moveTo>
                  <a:cubicBezTo>
                    <a:pt x="366103" y="326776"/>
                    <a:pt x="289903" y="397896"/>
                    <a:pt x="208623" y="397896"/>
                  </a:cubicBezTo>
                  <a:lnTo>
                    <a:pt x="66040" y="397896"/>
                  </a:lnTo>
                  <a:cubicBezTo>
                    <a:pt x="43180" y="397896"/>
                    <a:pt x="20320" y="392816"/>
                    <a:pt x="0" y="383926"/>
                  </a:cubicBezTo>
                  <a:cubicBezTo>
                    <a:pt x="26670" y="411866"/>
                    <a:pt x="63500" y="428376"/>
                    <a:pt x="96630" y="428376"/>
                  </a:cubicBezTo>
                  <a:lnTo>
                    <a:pt x="246723" y="428376"/>
                  </a:lnTo>
                  <a:cubicBezTo>
                    <a:pt x="326733" y="428376"/>
                    <a:pt x="392773" y="362336"/>
                    <a:pt x="392773" y="282326"/>
                  </a:cubicBezTo>
                  <a:lnTo>
                    <a:pt x="392773" y="95250"/>
                  </a:lnTo>
                  <a:cubicBezTo>
                    <a:pt x="392773" y="58420"/>
                    <a:pt x="378803" y="25400"/>
                    <a:pt x="357213" y="0"/>
                  </a:cubicBezTo>
                  <a:cubicBezTo>
                    <a:pt x="363563" y="16510"/>
                    <a:pt x="366103" y="34290"/>
                    <a:pt x="366103" y="52070"/>
                  </a:cubicBezTo>
                  <a:lnTo>
                    <a:pt x="366103" y="239146"/>
                  </a:lnTo>
                  <a:close/>
                </a:path>
              </a:pathLst>
            </a:custGeom>
            <a:solidFill>
              <a:srgbClr val="96A6A1"/>
            </a:solidFill>
          </p:spPr>
        </p:sp>
        <p:sp>
          <p:nvSpPr>
            <p:cNvPr name="Freeform 48" id="48"/>
            <p:cNvSpPr/>
            <p:nvPr/>
          </p:nvSpPr>
          <p:spPr>
            <a:xfrm flipH="false" flipV="false" rot="0">
              <a:off x="12700" y="12700"/>
              <a:ext cx="432143" cy="479176"/>
            </a:xfrm>
            <a:custGeom>
              <a:avLst/>
              <a:gdLst/>
              <a:ahLst/>
              <a:cxnLst/>
              <a:rect r="r" b="b" t="t" l="l"/>
              <a:pathLst>
                <a:path h="479176" w="432143">
                  <a:moveTo>
                    <a:pt x="146050" y="479176"/>
                  </a:moveTo>
                  <a:lnTo>
                    <a:pt x="286093" y="479176"/>
                  </a:lnTo>
                  <a:cubicBezTo>
                    <a:pt x="366103" y="479176"/>
                    <a:pt x="432143" y="413136"/>
                    <a:pt x="432143" y="333126"/>
                  </a:cubicBezTo>
                  <a:lnTo>
                    <a:pt x="432143" y="146050"/>
                  </a:lnTo>
                  <a:cubicBezTo>
                    <a:pt x="432143" y="66040"/>
                    <a:pt x="366103" y="0"/>
                    <a:pt x="286093" y="0"/>
                  </a:cubicBezTo>
                  <a:lnTo>
                    <a:pt x="146050" y="0"/>
                  </a:lnTo>
                  <a:cubicBezTo>
                    <a:pt x="66040" y="0"/>
                    <a:pt x="0" y="66040"/>
                    <a:pt x="0" y="146050"/>
                  </a:cubicBezTo>
                  <a:lnTo>
                    <a:pt x="0" y="333126"/>
                  </a:lnTo>
                  <a:cubicBezTo>
                    <a:pt x="0" y="414406"/>
                    <a:pt x="66040" y="479176"/>
                    <a:pt x="146050" y="479176"/>
                  </a:cubicBezTo>
                  <a:close/>
                </a:path>
              </a:pathLst>
            </a:custGeom>
            <a:solidFill>
              <a:srgbClr val="F1EDE1"/>
            </a:solidFill>
          </p:spPr>
        </p:sp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496913" cy="547756"/>
            </a:xfrm>
            <a:custGeom>
              <a:avLst/>
              <a:gdLst/>
              <a:ahLst/>
              <a:cxnLst/>
              <a:rect r="r" b="b" t="t" l="l"/>
              <a:pathLst>
                <a:path h="547756" w="496913">
                  <a:moveTo>
                    <a:pt x="433413" y="74930"/>
                  </a:moveTo>
                  <a:cubicBezTo>
                    <a:pt x="405473" y="30480"/>
                    <a:pt x="355943" y="0"/>
                    <a:pt x="298793" y="0"/>
                  </a:cubicBezTo>
                  <a:lnTo>
                    <a:pt x="158750" y="0"/>
                  </a:lnTo>
                  <a:cubicBezTo>
                    <a:pt x="71120" y="0"/>
                    <a:pt x="0" y="71120"/>
                    <a:pt x="0" y="158750"/>
                  </a:cubicBezTo>
                  <a:lnTo>
                    <a:pt x="0" y="345826"/>
                  </a:lnTo>
                  <a:cubicBezTo>
                    <a:pt x="0" y="397896"/>
                    <a:pt x="25400" y="443616"/>
                    <a:pt x="63500" y="472826"/>
                  </a:cubicBezTo>
                  <a:cubicBezTo>
                    <a:pt x="91440" y="517276"/>
                    <a:pt x="140970" y="547756"/>
                    <a:pt x="189439" y="547756"/>
                  </a:cubicBezTo>
                  <a:lnTo>
                    <a:pt x="338163" y="547756"/>
                  </a:lnTo>
                  <a:cubicBezTo>
                    <a:pt x="425793" y="547756"/>
                    <a:pt x="496913" y="476636"/>
                    <a:pt x="496913" y="389006"/>
                  </a:cubicBezTo>
                  <a:lnTo>
                    <a:pt x="496913" y="201930"/>
                  </a:lnTo>
                  <a:cubicBezTo>
                    <a:pt x="496913" y="149860"/>
                    <a:pt x="471513" y="104140"/>
                    <a:pt x="433413" y="74930"/>
                  </a:cubicBezTo>
                  <a:close/>
                  <a:moveTo>
                    <a:pt x="12700" y="345826"/>
                  </a:moveTo>
                  <a:lnTo>
                    <a:pt x="12700" y="158750"/>
                  </a:lnTo>
                  <a:cubicBezTo>
                    <a:pt x="12700" y="78740"/>
                    <a:pt x="78740" y="12700"/>
                    <a:pt x="158750" y="12700"/>
                  </a:cubicBezTo>
                  <a:lnTo>
                    <a:pt x="298793" y="12700"/>
                  </a:lnTo>
                  <a:cubicBezTo>
                    <a:pt x="378803" y="12700"/>
                    <a:pt x="444843" y="78740"/>
                    <a:pt x="444843" y="158750"/>
                  </a:cubicBezTo>
                  <a:lnTo>
                    <a:pt x="444843" y="345826"/>
                  </a:lnTo>
                  <a:cubicBezTo>
                    <a:pt x="444843" y="425836"/>
                    <a:pt x="378803" y="491876"/>
                    <a:pt x="298793" y="491876"/>
                  </a:cubicBezTo>
                  <a:lnTo>
                    <a:pt x="158750" y="491876"/>
                  </a:lnTo>
                  <a:cubicBezTo>
                    <a:pt x="78740" y="491876"/>
                    <a:pt x="12700" y="427106"/>
                    <a:pt x="12700" y="345826"/>
                  </a:cubicBezTo>
                  <a:close/>
                  <a:moveTo>
                    <a:pt x="485483" y="389006"/>
                  </a:moveTo>
                  <a:cubicBezTo>
                    <a:pt x="485483" y="469016"/>
                    <a:pt x="418173" y="535056"/>
                    <a:pt x="338163" y="535056"/>
                  </a:cubicBezTo>
                  <a:lnTo>
                    <a:pt x="189439" y="535056"/>
                  </a:lnTo>
                  <a:cubicBezTo>
                    <a:pt x="157480" y="535056"/>
                    <a:pt x="120650" y="518546"/>
                    <a:pt x="93980" y="490606"/>
                  </a:cubicBezTo>
                  <a:cubicBezTo>
                    <a:pt x="114300" y="499496"/>
                    <a:pt x="135890" y="504576"/>
                    <a:pt x="160020" y="504576"/>
                  </a:cubicBezTo>
                  <a:lnTo>
                    <a:pt x="300063" y="504576"/>
                  </a:lnTo>
                  <a:cubicBezTo>
                    <a:pt x="387693" y="504576"/>
                    <a:pt x="458813" y="433456"/>
                    <a:pt x="458813" y="345826"/>
                  </a:cubicBezTo>
                  <a:lnTo>
                    <a:pt x="458813" y="158750"/>
                  </a:lnTo>
                  <a:cubicBezTo>
                    <a:pt x="458813" y="140970"/>
                    <a:pt x="455003" y="123190"/>
                    <a:pt x="449923" y="106680"/>
                  </a:cubicBezTo>
                  <a:cubicBezTo>
                    <a:pt x="471513" y="132080"/>
                    <a:pt x="485483" y="165100"/>
                    <a:pt x="485483" y="201930"/>
                  </a:cubicBezTo>
                  <a:lnTo>
                    <a:pt x="485483" y="389006"/>
                  </a:lnTo>
                  <a:close/>
                </a:path>
              </a:pathLst>
            </a:custGeom>
            <a:solidFill>
              <a:srgbClr val="96A6A1"/>
            </a:solidFill>
          </p:spPr>
        </p:sp>
      </p:grpSp>
      <p:sp>
        <p:nvSpPr>
          <p:cNvPr name="AutoShape 50" id="50"/>
          <p:cNvSpPr/>
          <p:nvPr/>
        </p:nvSpPr>
        <p:spPr>
          <a:xfrm rot="0">
            <a:off x="1811760" y="7548429"/>
            <a:ext cx="4508784" cy="0"/>
          </a:xfrm>
          <a:prstGeom prst="line">
            <a:avLst/>
          </a:prstGeom>
          <a:ln cap="flat" w="9525">
            <a:solidFill>
              <a:srgbClr val="96A6A1"/>
            </a:solidFill>
            <a:prstDash val="lgDash"/>
            <a:headEnd type="none" len="sm" w="sm"/>
            <a:tailEnd type="none" len="sm" w="sm"/>
          </a:ln>
        </p:spPr>
      </p:sp>
      <p:grpSp>
        <p:nvGrpSpPr>
          <p:cNvPr name="Group 51" id="51"/>
          <p:cNvGrpSpPr/>
          <p:nvPr/>
        </p:nvGrpSpPr>
        <p:grpSpPr>
          <a:xfrm rot="0">
            <a:off x="1451856" y="7709719"/>
            <a:ext cx="205509" cy="226536"/>
            <a:chOff x="0" y="0"/>
            <a:chExt cx="496913" cy="547756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92710" y="106680"/>
              <a:ext cx="392773" cy="428376"/>
            </a:xfrm>
            <a:custGeom>
              <a:avLst/>
              <a:gdLst/>
              <a:ahLst/>
              <a:cxnLst/>
              <a:rect r="r" b="b" t="t" l="l"/>
              <a:pathLst>
                <a:path h="428376" w="392773">
                  <a:moveTo>
                    <a:pt x="366103" y="239146"/>
                  </a:moveTo>
                  <a:cubicBezTo>
                    <a:pt x="366103" y="326776"/>
                    <a:pt x="289903" y="397896"/>
                    <a:pt x="208623" y="397896"/>
                  </a:cubicBezTo>
                  <a:lnTo>
                    <a:pt x="66040" y="397896"/>
                  </a:lnTo>
                  <a:cubicBezTo>
                    <a:pt x="43180" y="397896"/>
                    <a:pt x="20320" y="392816"/>
                    <a:pt x="0" y="383926"/>
                  </a:cubicBezTo>
                  <a:cubicBezTo>
                    <a:pt x="26670" y="411866"/>
                    <a:pt x="63500" y="428376"/>
                    <a:pt x="96630" y="428376"/>
                  </a:cubicBezTo>
                  <a:lnTo>
                    <a:pt x="246723" y="428376"/>
                  </a:lnTo>
                  <a:cubicBezTo>
                    <a:pt x="326733" y="428376"/>
                    <a:pt x="392773" y="362336"/>
                    <a:pt x="392773" y="282326"/>
                  </a:cubicBezTo>
                  <a:lnTo>
                    <a:pt x="392773" y="95250"/>
                  </a:lnTo>
                  <a:cubicBezTo>
                    <a:pt x="392773" y="58420"/>
                    <a:pt x="378803" y="25400"/>
                    <a:pt x="357213" y="0"/>
                  </a:cubicBezTo>
                  <a:cubicBezTo>
                    <a:pt x="363563" y="16510"/>
                    <a:pt x="366103" y="34290"/>
                    <a:pt x="366103" y="52070"/>
                  </a:cubicBezTo>
                  <a:lnTo>
                    <a:pt x="366103" y="239146"/>
                  </a:lnTo>
                  <a:close/>
                </a:path>
              </a:pathLst>
            </a:custGeom>
            <a:solidFill>
              <a:srgbClr val="96A6A1"/>
            </a:solidFill>
          </p:spPr>
        </p:sp>
        <p:sp>
          <p:nvSpPr>
            <p:cNvPr name="Freeform 53" id="53"/>
            <p:cNvSpPr/>
            <p:nvPr/>
          </p:nvSpPr>
          <p:spPr>
            <a:xfrm flipH="false" flipV="false" rot="0">
              <a:off x="12700" y="12700"/>
              <a:ext cx="432143" cy="479176"/>
            </a:xfrm>
            <a:custGeom>
              <a:avLst/>
              <a:gdLst/>
              <a:ahLst/>
              <a:cxnLst/>
              <a:rect r="r" b="b" t="t" l="l"/>
              <a:pathLst>
                <a:path h="479176" w="432143">
                  <a:moveTo>
                    <a:pt x="146050" y="479176"/>
                  </a:moveTo>
                  <a:lnTo>
                    <a:pt x="286093" y="479176"/>
                  </a:lnTo>
                  <a:cubicBezTo>
                    <a:pt x="366103" y="479176"/>
                    <a:pt x="432143" y="413136"/>
                    <a:pt x="432143" y="333126"/>
                  </a:cubicBezTo>
                  <a:lnTo>
                    <a:pt x="432143" y="146050"/>
                  </a:lnTo>
                  <a:cubicBezTo>
                    <a:pt x="432143" y="66040"/>
                    <a:pt x="366103" y="0"/>
                    <a:pt x="286093" y="0"/>
                  </a:cubicBezTo>
                  <a:lnTo>
                    <a:pt x="146050" y="0"/>
                  </a:lnTo>
                  <a:cubicBezTo>
                    <a:pt x="66040" y="0"/>
                    <a:pt x="0" y="66040"/>
                    <a:pt x="0" y="146050"/>
                  </a:cubicBezTo>
                  <a:lnTo>
                    <a:pt x="0" y="333126"/>
                  </a:lnTo>
                  <a:cubicBezTo>
                    <a:pt x="0" y="414406"/>
                    <a:pt x="66040" y="479176"/>
                    <a:pt x="146050" y="479176"/>
                  </a:cubicBezTo>
                  <a:close/>
                </a:path>
              </a:pathLst>
            </a:custGeom>
            <a:solidFill>
              <a:srgbClr val="F1EDE1"/>
            </a:solidFill>
          </p:spPr>
        </p:sp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496913" cy="547756"/>
            </a:xfrm>
            <a:custGeom>
              <a:avLst/>
              <a:gdLst/>
              <a:ahLst/>
              <a:cxnLst/>
              <a:rect r="r" b="b" t="t" l="l"/>
              <a:pathLst>
                <a:path h="547756" w="496913">
                  <a:moveTo>
                    <a:pt x="433413" y="74930"/>
                  </a:moveTo>
                  <a:cubicBezTo>
                    <a:pt x="405473" y="30480"/>
                    <a:pt x="355943" y="0"/>
                    <a:pt x="298793" y="0"/>
                  </a:cubicBezTo>
                  <a:lnTo>
                    <a:pt x="158750" y="0"/>
                  </a:lnTo>
                  <a:cubicBezTo>
                    <a:pt x="71120" y="0"/>
                    <a:pt x="0" y="71120"/>
                    <a:pt x="0" y="158750"/>
                  </a:cubicBezTo>
                  <a:lnTo>
                    <a:pt x="0" y="345826"/>
                  </a:lnTo>
                  <a:cubicBezTo>
                    <a:pt x="0" y="397896"/>
                    <a:pt x="25400" y="443616"/>
                    <a:pt x="63500" y="472826"/>
                  </a:cubicBezTo>
                  <a:cubicBezTo>
                    <a:pt x="91440" y="517276"/>
                    <a:pt x="140970" y="547756"/>
                    <a:pt x="189439" y="547756"/>
                  </a:cubicBezTo>
                  <a:lnTo>
                    <a:pt x="338163" y="547756"/>
                  </a:lnTo>
                  <a:cubicBezTo>
                    <a:pt x="425793" y="547756"/>
                    <a:pt x="496913" y="476636"/>
                    <a:pt x="496913" y="389006"/>
                  </a:cubicBezTo>
                  <a:lnTo>
                    <a:pt x="496913" y="201930"/>
                  </a:lnTo>
                  <a:cubicBezTo>
                    <a:pt x="496913" y="149860"/>
                    <a:pt x="471513" y="104140"/>
                    <a:pt x="433413" y="74930"/>
                  </a:cubicBezTo>
                  <a:close/>
                  <a:moveTo>
                    <a:pt x="12700" y="345826"/>
                  </a:moveTo>
                  <a:lnTo>
                    <a:pt x="12700" y="158750"/>
                  </a:lnTo>
                  <a:cubicBezTo>
                    <a:pt x="12700" y="78740"/>
                    <a:pt x="78740" y="12700"/>
                    <a:pt x="158750" y="12700"/>
                  </a:cubicBezTo>
                  <a:lnTo>
                    <a:pt x="298793" y="12700"/>
                  </a:lnTo>
                  <a:cubicBezTo>
                    <a:pt x="378803" y="12700"/>
                    <a:pt x="444843" y="78740"/>
                    <a:pt x="444843" y="158750"/>
                  </a:cubicBezTo>
                  <a:lnTo>
                    <a:pt x="444843" y="345826"/>
                  </a:lnTo>
                  <a:cubicBezTo>
                    <a:pt x="444843" y="425836"/>
                    <a:pt x="378803" y="491876"/>
                    <a:pt x="298793" y="491876"/>
                  </a:cubicBezTo>
                  <a:lnTo>
                    <a:pt x="158750" y="491876"/>
                  </a:lnTo>
                  <a:cubicBezTo>
                    <a:pt x="78740" y="491876"/>
                    <a:pt x="12700" y="427106"/>
                    <a:pt x="12700" y="345826"/>
                  </a:cubicBezTo>
                  <a:close/>
                  <a:moveTo>
                    <a:pt x="485483" y="389006"/>
                  </a:moveTo>
                  <a:cubicBezTo>
                    <a:pt x="485483" y="469016"/>
                    <a:pt x="418173" y="535056"/>
                    <a:pt x="338163" y="535056"/>
                  </a:cubicBezTo>
                  <a:lnTo>
                    <a:pt x="189439" y="535056"/>
                  </a:lnTo>
                  <a:cubicBezTo>
                    <a:pt x="157480" y="535056"/>
                    <a:pt x="120650" y="518546"/>
                    <a:pt x="93980" y="490606"/>
                  </a:cubicBezTo>
                  <a:cubicBezTo>
                    <a:pt x="114300" y="499496"/>
                    <a:pt x="135890" y="504576"/>
                    <a:pt x="160020" y="504576"/>
                  </a:cubicBezTo>
                  <a:lnTo>
                    <a:pt x="300063" y="504576"/>
                  </a:lnTo>
                  <a:cubicBezTo>
                    <a:pt x="387693" y="504576"/>
                    <a:pt x="458813" y="433456"/>
                    <a:pt x="458813" y="345826"/>
                  </a:cubicBezTo>
                  <a:lnTo>
                    <a:pt x="458813" y="158750"/>
                  </a:lnTo>
                  <a:cubicBezTo>
                    <a:pt x="458813" y="140970"/>
                    <a:pt x="455003" y="123190"/>
                    <a:pt x="449923" y="106680"/>
                  </a:cubicBezTo>
                  <a:cubicBezTo>
                    <a:pt x="471513" y="132080"/>
                    <a:pt x="485483" y="165100"/>
                    <a:pt x="485483" y="201930"/>
                  </a:cubicBezTo>
                  <a:lnTo>
                    <a:pt x="485483" y="389006"/>
                  </a:lnTo>
                  <a:close/>
                </a:path>
              </a:pathLst>
            </a:custGeom>
            <a:solidFill>
              <a:srgbClr val="96A6A1"/>
            </a:solidFill>
          </p:spPr>
        </p:sp>
      </p:grpSp>
      <p:sp>
        <p:nvSpPr>
          <p:cNvPr name="AutoShape 55" id="55"/>
          <p:cNvSpPr/>
          <p:nvPr/>
        </p:nvSpPr>
        <p:spPr>
          <a:xfrm rot="0">
            <a:off x="1811760" y="7977376"/>
            <a:ext cx="4508784" cy="0"/>
          </a:xfrm>
          <a:prstGeom prst="line">
            <a:avLst/>
          </a:prstGeom>
          <a:ln cap="flat" w="9525">
            <a:solidFill>
              <a:srgbClr val="96A6A1"/>
            </a:solidFill>
            <a:prstDash val="lgDash"/>
            <a:headEnd type="none" len="sm" w="sm"/>
            <a:tailEnd type="none" len="sm" w="sm"/>
          </a:ln>
        </p:spPr>
      </p:sp>
      <p:grpSp>
        <p:nvGrpSpPr>
          <p:cNvPr name="Group 56" id="56"/>
          <p:cNvGrpSpPr/>
          <p:nvPr/>
        </p:nvGrpSpPr>
        <p:grpSpPr>
          <a:xfrm rot="0">
            <a:off x="1451856" y="8138666"/>
            <a:ext cx="205509" cy="226536"/>
            <a:chOff x="0" y="0"/>
            <a:chExt cx="496913" cy="547756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92710" y="106680"/>
              <a:ext cx="392773" cy="428376"/>
            </a:xfrm>
            <a:custGeom>
              <a:avLst/>
              <a:gdLst/>
              <a:ahLst/>
              <a:cxnLst/>
              <a:rect r="r" b="b" t="t" l="l"/>
              <a:pathLst>
                <a:path h="428376" w="392773">
                  <a:moveTo>
                    <a:pt x="366103" y="239146"/>
                  </a:moveTo>
                  <a:cubicBezTo>
                    <a:pt x="366103" y="326776"/>
                    <a:pt x="289903" y="397896"/>
                    <a:pt x="208623" y="397896"/>
                  </a:cubicBezTo>
                  <a:lnTo>
                    <a:pt x="66040" y="397896"/>
                  </a:lnTo>
                  <a:cubicBezTo>
                    <a:pt x="43180" y="397896"/>
                    <a:pt x="20320" y="392816"/>
                    <a:pt x="0" y="383926"/>
                  </a:cubicBezTo>
                  <a:cubicBezTo>
                    <a:pt x="26670" y="411866"/>
                    <a:pt x="63500" y="428376"/>
                    <a:pt x="96630" y="428376"/>
                  </a:cubicBezTo>
                  <a:lnTo>
                    <a:pt x="246723" y="428376"/>
                  </a:lnTo>
                  <a:cubicBezTo>
                    <a:pt x="326733" y="428376"/>
                    <a:pt x="392773" y="362336"/>
                    <a:pt x="392773" y="282326"/>
                  </a:cubicBezTo>
                  <a:lnTo>
                    <a:pt x="392773" y="95250"/>
                  </a:lnTo>
                  <a:cubicBezTo>
                    <a:pt x="392773" y="58420"/>
                    <a:pt x="378803" y="25400"/>
                    <a:pt x="357213" y="0"/>
                  </a:cubicBezTo>
                  <a:cubicBezTo>
                    <a:pt x="363563" y="16510"/>
                    <a:pt x="366103" y="34290"/>
                    <a:pt x="366103" y="52070"/>
                  </a:cubicBezTo>
                  <a:lnTo>
                    <a:pt x="366103" y="239146"/>
                  </a:lnTo>
                  <a:close/>
                </a:path>
              </a:pathLst>
            </a:custGeom>
            <a:solidFill>
              <a:srgbClr val="96A6A1"/>
            </a:solidFill>
          </p:spPr>
        </p:sp>
        <p:sp>
          <p:nvSpPr>
            <p:cNvPr name="Freeform 58" id="58"/>
            <p:cNvSpPr/>
            <p:nvPr/>
          </p:nvSpPr>
          <p:spPr>
            <a:xfrm flipH="false" flipV="false" rot="0">
              <a:off x="12700" y="12700"/>
              <a:ext cx="432143" cy="479176"/>
            </a:xfrm>
            <a:custGeom>
              <a:avLst/>
              <a:gdLst/>
              <a:ahLst/>
              <a:cxnLst/>
              <a:rect r="r" b="b" t="t" l="l"/>
              <a:pathLst>
                <a:path h="479176" w="432143">
                  <a:moveTo>
                    <a:pt x="146050" y="479176"/>
                  </a:moveTo>
                  <a:lnTo>
                    <a:pt x="286093" y="479176"/>
                  </a:lnTo>
                  <a:cubicBezTo>
                    <a:pt x="366103" y="479176"/>
                    <a:pt x="432143" y="413136"/>
                    <a:pt x="432143" y="333126"/>
                  </a:cubicBezTo>
                  <a:lnTo>
                    <a:pt x="432143" y="146050"/>
                  </a:lnTo>
                  <a:cubicBezTo>
                    <a:pt x="432143" y="66040"/>
                    <a:pt x="366103" y="0"/>
                    <a:pt x="286093" y="0"/>
                  </a:cubicBezTo>
                  <a:lnTo>
                    <a:pt x="146050" y="0"/>
                  </a:lnTo>
                  <a:cubicBezTo>
                    <a:pt x="66040" y="0"/>
                    <a:pt x="0" y="66040"/>
                    <a:pt x="0" y="146050"/>
                  </a:cubicBezTo>
                  <a:lnTo>
                    <a:pt x="0" y="333126"/>
                  </a:lnTo>
                  <a:cubicBezTo>
                    <a:pt x="0" y="414406"/>
                    <a:pt x="66040" y="479176"/>
                    <a:pt x="146050" y="479176"/>
                  </a:cubicBezTo>
                  <a:close/>
                </a:path>
              </a:pathLst>
            </a:custGeom>
            <a:solidFill>
              <a:srgbClr val="F1EDE1"/>
            </a:solidFill>
          </p:spPr>
        </p:sp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496913" cy="547756"/>
            </a:xfrm>
            <a:custGeom>
              <a:avLst/>
              <a:gdLst/>
              <a:ahLst/>
              <a:cxnLst/>
              <a:rect r="r" b="b" t="t" l="l"/>
              <a:pathLst>
                <a:path h="547756" w="496913">
                  <a:moveTo>
                    <a:pt x="433413" y="74930"/>
                  </a:moveTo>
                  <a:cubicBezTo>
                    <a:pt x="405473" y="30480"/>
                    <a:pt x="355943" y="0"/>
                    <a:pt x="298793" y="0"/>
                  </a:cubicBezTo>
                  <a:lnTo>
                    <a:pt x="158750" y="0"/>
                  </a:lnTo>
                  <a:cubicBezTo>
                    <a:pt x="71120" y="0"/>
                    <a:pt x="0" y="71120"/>
                    <a:pt x="0" y="158750"/>
                  </a:cubicBezTo>
                  <a:lnTo>
                    <a:pt x="0" y="345826"/>
                  </a:lnTo>
                  <a:cubicBezTo>
                    <a:pt x="0" y="397896"/>
                    <a:pt x="25400" y="443616"/>
                    <a:pt x="63500" y="472826"/>
                  </a:cubicBezTo>
                  <a:cubicBezTo>
                    <a:pt x="91440" y="517276"/>
                    <a:pt x="140970" y="547756"/>
                    <a:pt x="189439" y="547756"/>
                  </a:cubicBezTo>
                  <a:lnTo>
                    <a:pt x="338163" y="547756"/>
                  </a:lnTo>
                  <a:cubicBezTo>
                    <a:pt x="425793" y="547756"/>
                    <a:pt x="496913" y="476636"/>
                    <a:pt x="496913" y="389006"/>
                  </a:cubicBezTo>
                  <a:lnTo>
                    <a:pt x="496913" y="201930"/>
                  </a:lnTo>
                  <a:cubicBezTo>
                    <a:pt x="496913" y="149860"/>
                    <a:pt x="471513" y="104140"/>
                    <a:pt x="433413" y="74930"/>
                  </a:cubicBezTo>
                  <a:close/>
                  <a:moveTo>
                    <a:pt x="12700" y="345826"/>
                  </a:moveTo>
                  <a:lnTo>
                    <a:pt x="12700" y="158750"/>
                  </a:lnTo>
                  <a:cubicBezTo>
                    <a:pt x="12700" y="78740"/>
                    <a:pt x="78740" y="12700"/>
                    <a:pt x="158750" y="12700"/>
                  </a:cubicBezTo>
                  <a:lnTo>
                    <a:pt x="298793" y="12700"/>
                  </a:lnTo>
                  <a:cubicBezTo>
                    <a:pt x="378803" y="12700"/>
                    <a:pt x="444843" y="78740"/>
                    <a:pt x="444843" y="158750"/>
                  </a:cubicBezTo>
                  <a:lnTo>
                    <a:pt x="444843" y="345826"/>
                  </a:lnTo>
                  <a:cubicBezTo>
                    <a:pt x="444843" y="425836"/>
                    <a:pt x="378803" y="491876"/>
                    <a:pt x="298793" y="491876"/>
                  </a:cubicBezTo>
                  <a:lnTo>
                    <a:pt x="158750" y="491876"/>
                  </a:lnTo>
                  <a:cubicBezTo>
                    <a:pt x="78740" y="491876"/>
                    <a:pt x="12700" y="427106"/>
                    <a:pt x="12700" y="345826"/>
                  </a:cubicBezTo>
                  <a:close/>
                  <a:moveTo>
                    <a:pt x="485483" y="389006"/>
                  </a:moveTo>
                  <a:cubicBezTo>
                    <a:pt x="485483" y="469016"/>
                    <a:pt x="418173" y="535056"/>
                    <a:pt x="338163" y="535056"/>
                  </a:cubicBezTo>
                  <a:lnTo>
                    <a:pt x="189439" y="535056"/>
                  </a:lnTo>
                  <a:cubicBezTo>
                    <a:pt x="157480" y="535056"/>
                    <a:pt x="120650" y="518546"/>
                    <a:pt x="93980" y="490606"/>
                  </a:cubicBezTo>
                  <a:cubicBezTo>
                    <a:pt x="114300" y="499496"/>
                    <a:pt x="135890" y="504576"/>
                    <a:pt x="160020" y="504576"/>
                  </a:cubicBezTo>
                  <a:lnTo>
                    <a:pt x="300063" y="504576"/>
                  </a:lnTo>
                  <a:cubicBezTo>
                    <a:pt x="387693" y="504576"/>
                    <a:pt x="458813" y="433456"/>
                    <a:pt x="458813" y="345826"/>
                  </a:cubicBezTo>
                  <a:lnTo>
                    <a:pt x="458813" y="158750"/>
                  </a:lnTo>
                  <a:cubicBezTo>
                    <a:pt x="458813" y="140970"/>
                    <a:pt x="455003" y="123190"/>
                    <a:pt x="449923" y="106680"/>
                  </a:cubicBezTo>
                  <a:cubicBezTo>
                    <a:pt x="471513" y="132080"/>
                    <a:pt x="485483" y="165100"/>
                    <a:pt x="485483" y="201930"/>
                  </a:cubicBezTo>
                  <a:lnTo>
                    <a:pt x="485483" y="389006"/>
                  </a:lnTo>
                  <a:close/>
                </a:path>
              </a:pathLst>
            </a:custGeom>
            <a:solidFill>
              <a:srgbClr val="96A6A1"/>
            </a:solidFill>
          </p:spPr>
        </p:sp>
      </p:grpSp>
      <p:sp>
        <p:nvSpPr>
          <p:cNvPr name="AutoShape 60" id="60"/>
          <p:cNvSpPr/>
          <p:nvPr/>
        </p:nvSpPr>
        <p:spPr>
          <a:xfrm rot="0">
            <a:off x="1811760" y="8406324"/>
            <a:ext cx="4508784" cy="0"/>
          </a:xfrm>
          <a:prstGeom prst="line">
            <a:avLst/>
          </a:prstGeom>
          <a:ln cap="flat" w="9525">
            <a:solidFill>
              <a:srgbClr val="96A6A1"/>
            </a:solidFill>
            <a:prstDash val="lgDash"/>
            <a:headEnd type="none" len="sm" w="sm"/>
            <a:tailEnd type="none" len="sm" w="sm"/>
          </a:ln>
        </p:spPr>
      </p:sp>
      <p:grpSp>
        <p:nvGrpSpPr>
          <p:cNvPr name="Group 61" id="61"/>
          <p:cNvGrpSpPr/>
          <p:nvPr/>
        </p:nvGrpSpPr>
        <p:grpSpPr>
          <a:xfrm rot="0">
            <a:off x="1451856" y="8567614"/>
            <a:ext cx="205509" cy="226536"/>
            <a:chOff x="0" y="0"/>
            <a:chExt cx="496913" cy="547756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92710" y="106680"/>
              <a:ext cx="392773" cy="428376"/>
            </a:xfrm>
            <a:custGeom>
              <a:avLst/>
              <a:gdLst/>
              <a:ahLst/>
              <a:cxnLst/>
              <a:rect r="r" b="b" t="t" l="l"/>
              <a:pathLst>
                <a:path h="428376" w="392773">
                  <a:moveTo>
                    <a:pt x="366103" y="239146"/>
                  </a:moveTo>
                  <a:cubicBezTo>
                    <a:pt x="366103" y="326776"/>
                    <a:pt x="289903" y="397896"/>
                    <a:pt x="208623" y="397896"/>
                  </a:cubicBezTo>
                  <a:lnTo>
                    <a:pt x="66040" y="397896"/>
                  </a:lnTo>
                  <a:cubicBezTo>
                    <a:pt x="43180" y="397896"/>
                    <a:pt x="20320" y="392816"/>
                    <a:pt x="0" y="383926"/>
                  </a:cubicBezTo>
                  <a:cubicBezTo>
                    <a:pt x="26670" y="411866"/>
                    <a:pt x="63500" y="428376"/>
                    <a:pt x="96630" y="428376"/>
                  </a:cubicBezTo>
                  <a:lnTo>
                    <a:pt x="246723" y="428376"/>
                  </a:lnTo>
                  <a:cubicBezTo>
                    <a:pt x="326733" y="428376"/>
                    <a:pt x="392773" y="362336"/>
                    <a:pt x="392773" y="282326"/>
                  </a:cubicBezTo>
                  <a:lnTo>
                    <a:pt x="392773" y="95250"/>
                  </a:lnTo>
                  <a:cubicBezTo>
                    <a:pt x="392773" y="58420"/>
                    <a:pt x="378803" y="25400"/>
                    <a:pt x="357213" y="0"/>
                  </a:cubicBezTo>
                  <a:cubicBezTo>
                    <a:pt x="363563" y="16510"/>
                    <a:pt x="366103" y="34290"/>
                    <a:pt x="366103" y="52070"/>
                  </a:cubicBezTo>
                  <a:lnTo>
                    <a:pt x="366103" y="239146"/>
                  </a:lnTo>
                  <a:close/>
                </a:path>
              </a:pathLst>
            </a:custGeom>
            <a:solidFill>
              <a:srgbClr val="96A6A1"/>
            </a:solidFill>
          </p:spPr>
        </p:sp>
        <p:sp>
          <p:nvSpPr>
            <p:cNvPr name="Freeform 63" id="63"/>
            <p:cNvSpPr/>
            <p:nvPr/>
          </p:nvSpPr>
          <p:spPr>
            <a:xfrm flipH="false" flipV="false" rot="0">
              <a:off x="12700" y="12700"/>
              <a:ext cx="432143" cy="479176"/>
            </a:xfrm>
            <a:custGeom>
              <a:avLst/>
              <a:gdLst/>
              <a:ahLst/>
              <a:cxnLst/>
              <a:rect r="r" b="b" t="t" l="l"/>
              <a:pathLst>
                <a:path h="479176" w="432143">
                  <a:moveTo>
                    <a:pt x="146050" y="479176"/>
                  </a:moveTo>
                  <a:lnTo>
                    <a:pt x="286093" y="479176"/>
                  </a:lnTo>
                  <a:cubicBezTo>
                    <a:pt x="366103" y="479176"/>
                    <a:pt x="432143" y="413136"/>
                    <a:pt x="432143" y="333126"/>
                  </a:cubicBezTo>
                  <a:lnTo>
                    <a:pt x="432143" y="146050"/>
                  </a:lnTo>
                  <a:cubicBezTo>
                    <a:pt x="432143" y="66040"/>
                    <a:pt x="366103" y="0"/>
                    <a:pt x="286093" y="0"/>
                  </a:cubicBezTo>
                  <a:lnTo>
                    <a:pt x="146050" y="0"/>
                  </a:lnTo>
                  <a:cubicBezTo>
                    <a:pt x="66040" y="0"/>
                    <a:pt x="0" y="66040"/>
                    <a:pt x="0" y="146050"/>
                  </a:cubicBezTo>
                  <a:lnTo>
                    <a:pt x="0" y="333126"/>
                  </a:lnTo>
                  <a:cubicBezTo>
                    <a:pt x="0" y="414406"/>
                    <a:pt x="66040" y="479176"/>
                    <a:pt x="146050" y="479176"/>
                  </a:cubicBezTo>
                  <a:close/>
                </a:path>
              </a:pathLst>
            </a:custGeom>
            <a:solidFill>
              <a:srgbClr val="F1EDE1"/>
            </a:solidFill>
          </p:spPr>
        </p:sp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496913" cy="547756"/>
            </a:xfrm>
            <a:custGeom>
              <a:avLst/>
              <a:gdLst/>
              <a:ahLst/>
              <a:cxnLst/>
              <a:rect r="r" b="b" t="t" l="l"/>
              <a:pathLst>
                <a:path h="547756" w="496913">
                  <a:moveTo>
                    <a:pt x="433413" y="74930"/>
                  </a:moveTo>
                  <a:cubicBezTo>
                    <a:pt x="405473" y="30480"/>
                    <a:pt x="355943" y="0"/>
                    <a:pt x="298793" y="0"/>
                  </a:cubicBezTo>
                  <a:lnTo>
                    <a:pt x="158750" y="0"/>
                  </a:lnTo>
                  <a:cubicBezTo>
                    <a:pt x="71120" y="0"/>
                    <a:pt x="0" y="71120"/>
                    <a:pt x="0" y="158750"/>
                  </a:cubicBezTo>
                  <a:lnTo>
                    <a:pt x="0" y="345826"/>
                  </a:lnTo>
                  <a:cubicBezTo>
                    <a:pt x="0" y="397896"/>
                    <a:pt x="25400" y="443616"/>
                    <a:pt x="63500" y="472826"/>
                  </a:cubicBezTo>
                  <a:cubicBezTo>
                    <a:pt x="91440" y="517276"/>
                    <a:pt x="140970" y="547756"/>
                    <a:pt x="189439" y="547756"/>
                  </a:cubicBezTo>
                  <a:lnTo>
                    <a:pt x="338163" y="547756"/>
                  </a:lnTo>
                  <a:cubicBezTo>
                    <a:pt x="425793" y="547756"/>
                    <a:pt x="496913" y="476636"/>
                    <a:pt x="496913" y="389006"/>
                  </a:cubicBezTo>
                  <a:lnTo>
                    <a:pt x="496913" y="201930"/>
                  </a:lnTo>
                  <a:cubicBezTo>
                    <a:pt x="496913" y="149860"/>
                    <a:pt x="471513" y="104140"/>
                    <a:pt x="433413" y="74930"/>
                  </a:cubicBezTo>
                  <a:close/>
                  <a:moveTo>
                    <a:pt x="12700" y="345826"/>
                  </a:moveTo>
                  <a:lnTo>
                    <a:pt x="12700" y="158750"/>
                  </a:lnTo>
                  <a:cubicBezTo>
                    <a:pt x="12700" y="78740"/>
                    <a:pt x="78740" y="12700"/>
                    <a:pt x="158750" y="12700"/>
                  </a:cubicBezTo>
                  <a:lnTo>
                    <a:pt x="298793" y="12700"/>
                  </a:lnTo>
                  <a:cubicBezTo>
                    <a:pt x="378803" y="12700"/>
                    <a:pt x="444843" y="78740"/>
                    <a:pt x="444843" y="158750"/>
                  </a:cubicBezTo>
                  <a:lnTo>
                    <a:pt x="444843" y="345826"/>
                  </a:lnTo>
                  <a:cubicBezTo>
                    <a:pt x="444843" y="425836"/>
                    <a:pt x="378803" y="491876"/>
                    <a:pt x="298793" y="491876"/>
                  </a:cubicBezTo>
                  <a:lnTo>
                    <a:pt x="158750" y="491876"/>
                  </a:lnTo>
                  <a:cubicBezTo>
                    <a:pt x="78740" y="491876"/>
                    <a:pt x="12700" y="427106"/>
                    <a:pt x="12700" y="345826"/>
                  </a:cubicBezTo>
                  <a:close/>
                  <a:moveTo>
                    <a:pt x="485483" y="389006"/>
                  </a:moveTo>
                  <a:cubicBezTo>
                    <a:pt x="485483" y="469016"/>
                    <a:pt x="418173" y="535056"/>
                    <a:pt x="338163" y="535056"/>
                  </a:cubicBezTo>
                  <a:lnTo>
                    <a:pt x="189439" y="535056"/>
                  </a:lnTo>
                  <a:cubicBezTo>
                    <a:pt x="157480" y="535056"/>
                    <a:pt x="120650" y="518546"/>
                    <a:pt x="93980" y="490606"/>
                  </a:cubicBezTo>
                  <a:cubicBezTo>
                    <a:pt x="114300" y="499496"/>
                    <a:pt x="135890" y="504576"/>
                    <a:pt x="160020" y="504576"/>
                  </a:cubicBezTo>
                  <a:lnTo>
                    <a:pt x="300063" y="504576"/>
                  </a:lnTo>
                  <a:cubicBezTo>
                    <a:pt x="387693" y="504576"/>
                    <a:pt x="458813" y="433456"/>
                    <a:pt x="458813" y="345826"/>
                  </a:cubicBezTo>
                  <a:lnTo>
                    <a:pt x="458813" y="158750"/>
                  </a:lnTo>
                  <a:cubicBezTo>
                    <a:pt x="458813" y="140970"/>
                    <a:pt x="455003" y="123190"/>
                    <a:pt x="449923" y="106680"/>
                  </a:cubicBezTo>
                  <a:cubicBezTo>
                    <a:pt x="471513" y="132080"/>
                    <a:pt x="485483" y="165100"/>
                    <a:pt x="485483" y="201930"/>
                  </a:cubicBezTo>
                  <a:lnTo>
                    <a:pt x="485483" y="389006"/>
                  </a:lnTo>
                  <a:close/>
                </a:path>
              </a:pathLst>
            </a:custGeom>
            <a:solidFill>
              <a:srgbClr val="96A6A1"/>
            </a:solidFill>
          </p:spPr>
        </p:sp>
      </p:grpSp>
      <p:sp>
        <p:nvSpPr>
          <p:cNvPr name="AutoShape 65" id="65"/>
          <p:cNvSpPr/>
          <p:nvPr/>
        </p:nvSpPr>
        <p:spPr>
          <a:xfrm rot="0">
            <a:off x="1811760" y="8835271"/>
            <a:ext cx="4508784" cy="0"/>
          </a:xfrm>
          <a:prstGeom prst="line">
            <a:avLst/>
          </a:prstGeom>
          <a:ln cap="flat" w="9525">
            <a:solidFill>
              <a:srgbClr val="96A6A1"/>
            </a:solidFill>
            <a:prstDash val="lgDash"/>
            <a:headEnd type="none" len="sm" w="sm"/>
            <a:tailEnd type="none" len="sm" w="sm"/>
          </a:ln>
        </p:spPr>
      </p:sp>
      <p:sp>
        <p:nvSpPr>
          <p:cNvPr name="TextBox 66" id="66"/>
          <p:cNvSpPr txBox="true"/>
          <p:nvPr/>
        </p:nvSpPr>
        <p:spPr>
          <a:xfrm rot="0">
            <a:off x="1817118" y="1984857"/>
            <a:ext cx="2928193" cy="3682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9:00 Termino mi clase.</a:t>
            </a:r>
          </a:p>
        </p:txBody>
      </p:sp>
      <p:sp>
        <p:nvSpPr>
          <p:cNvPr name="TextBox 67" id="67"/>
          <p:cNvSpPr txBox="true"/>
          <p:nvPr/>
        </p:nvSpPr>
        <p:spPr>
          <a:xfrm rot="0">
            <a:off x="1816559" y="2462075"/>
            <a:ext cx="4880372" cy="7207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9:01 Organizo mis cosas para la siguiente clase. </a:t>
            </a:r>
          </a:p>
        </p:txBody>
      </p:sp>
      <p:sp>
        <p:nvSpPr>
          <p:cNvPr name="TextBox 68" id="68"/>
          <p:cNvSpPr txBox="true"/>
          <p:nvPr/>
        </p:nvSpPr>
        <p:spPr>
          <a:xfrm rot="0">
            <a:off x="1811760" y="3353573"/>
            <a:ext cx="5110661" cy="7207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9:03 Cuento mi dinero exacto que tendré disponible para gastar.</a:t>
            </a:r>
          </a:p>
        </p:txBody>
      </p:sp>
      <p:sp>
        <p:nvSpPr>
          <p:cNvPr name="TextBox 69" id="69"/>
          <p:cNvSpPr txBox="true"/>
          <p:nvPr/>
        </p:nvSpPr>
        <p:spPr>
          <a:xfrm rot="0">
            <a:off x="1810929" y="4168015"/>
            <a:ext cx="4920071" cy="7207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9:04 Localizo el lugar donde comprare mi comida.</a:t>
            </a:r>
          </a:p>
        </p:txBody>
      </p:sp>
      <p:sp>
        <p:nvSpPr>
          <p:cNvPr name="TextBox 70" id="70"/>
          <p:cNvSpPr txBox="true"/>
          <p:nvPr/>
        </p:nvSpPr>
        <p:spPr>
          <a:xfrm rot="0">
            <a:off x="1810929" y="5031614"/>
            <a:ext cx="5474255" cy="7207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9:05 Me formo en la fila donde me comprare de comer. </a:t>
            </a:r>
          </a:p>
        </p:txBody>
      </p:sp>
      <p:sp>
        <p:nvSpPr>
          <p:cNvPr name="TextBox 71" id="71"/>
          <p:cNvSpPr txBox="true"/>
          <p:nvPr/>
        </p:nvSpPr>
        <p:spPr>
          <a:xfrm rot="0">
            <a:off x="1810929" y="5889508"/>
            <a:ext cx="4327029" cy="3682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9:07 Ordeno lo que quiero comer. </a:t>
            </a:r>
          </a:p>
        </p:txBody>
      </p:sp>
      <p:sp>
        <p:nvSpPr>
          <p:cNvPr name="TextBox 72" id="72"/>
          <p:cNvSpPr txBox="true"/>
          <p:nvPr/>
        </p:nvSpPr>
        <p:spPr>
          <a:xfrm rot="0">
            <a:off x="1816559" y="6331801"/>
            <a:ext cx="4453159" cy="7207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9:10 Espero mi comida y despues la recojo. </a:t>
            </a:r>
          </a:p>
        </p:txBody>
      </p:sp>
      <p:sp>
        <p:nvSpPr>
          <p:cNvPr name="TextBox 73" id="73"/>
          <p:cNvSpPr txBox="true"/>
          <p:nvPr/>
        </p:nvSpPr>
        <p:spPr>
          <a:xfrm rot="0">
            <a:off x="1816559" y="7151273"/>
            <a:ext cx="4439394" cy="3682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9:11 Me pongo a comer lo que pedí.</a:t>
            </a:r>
          </a:p>
        </p:txBody>
      </p:sp>
      <p:sp>
        <p:nvSpPr>
          <p:cNvPr name="TextBox 74" id="74"/>
          <p:cNvSpPr txBox="true"/>
          <p:nvPr/>
        </p:nvSpPr>
        <p:spPr>
          <a:xfrm rot="0">
            <a:off x="1810929" y="7595772"/>
            <a:ext cx="4208711" cy="3682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9:17 Tiro la basura que me sobro.</a:t>
            </a:r>
          </a:p>
        </p:txBody>
      </p:sp>
      <p:sp>
        <p:nvSpPr>
          <p:cNvPr name="TextBox 75" id="75"/>
          <p:cNvSpPr txBox="true"/>
          <p:nvPr/>
        </p:nvSpPr>
        <p:spPr>
          <a:xfrm rot="0">
            <a:off x="1810929" y="7996144"/>
            <a:ext cx="3071515" cy="3682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9:18 Voy al baño rápido.</a:t>
            </a:r>
          </a:p>
        </p:txBody>
      </p:sp>
      <p:sp>
        <p:nvSpPr>
          <p:cNvPr name="TextBox 76" id="76"/>
          <p:cNvSpPr txBox="true"/>
          <p:nvPr/>
        </p:nvSpPr>
        <p:spPr>
          <a:xfrm rot="0">
            <a:off x="1811760" y="8453666"/>
            <a:ext cx="3572470" cy="3257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1800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9:20 Llego a mi salón a tiempo.</a:t>
            </a:r>
          </a:p>
        </p:txBody>
      </p:sp>
      <p:sp>
        <p:nvSpPr>
          <p:cNvPr name="TextBox 77" id="77"/>
          <p:cNvSpPr txBox="true"/>
          <p:nvPr/>
        </p:nvSpPr>
        <p:spPr>
          <a:xfrm rot="0">
            <a:off x="2807271" y="923421"/>
            <a:ext cx="2157859" cy="3492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>
                <a:solidFill>
                  <a:srgbClr val="000000"/>
                </a:solidFill>
                <a:latin typeface="Fredoka"/>
                <a:ea typeface="Fredoka"/>
                <a:cs typeface="Fredoka"/>
                <a:sym typeface="Fredoka"/>
              </a:rPr>
              <a:t>Paso 3: Secuencia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>
  <p:cSld>
    <p:bg>
      <p:bgPr>
        <a:solidFill>
          <a:srgbClr val="F1EDE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603277" y="317770"/>
            <a:ext cx="6784812" cy="104755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1679"/>
              </a:lnSpc>
              <a:spcBef>
                <a:spcPct val="0"/>
              </a:spcBef>
            </a:pPr>
            <a:r>
              <a:rPr lang="en-US" sz="1200">
                <a:solidFill>
                  <a:srgbClr val="000000"/>
                </a:solidFill>
                <a:latin typeface="Fredoka"/>
                <a:ea typeface="Fredoka"/>
                <a:cs typeface="Fredoka"/>
                <a:sym typeface="Fredoka"/>
              </a:rPr>
              <a:t>Inicio</a:t>
            </a:r>
          </a:p>
          <a:p>
            <a:pPr algn="just">
              <a:lnSpc>
                <a:spcPts val="1679"/>
              </a:lnSpc>
              <a:spcBef>
                <a:spcPct val="0"/>
              </a:spcBef>
            </a:pPr>
            <a:r>
              <a:rPr lang="en-US" sz="1200">
                <a:solidFill>
                  <a:srgbClr val="000000"/>
                </a:solidFill>
                <a:latin typeface="Fredoka"/>
                <a:ea typeface="Fredoka"/>
                <a:cs typeface="Fredoka"/>
                <a:sym typeface="Fredoka"/>
              </a:rPr>
              <a:t>    // 9:00 Termino mi clase</a:t>
            </a:r>
          </a:p>
          <a:p>
            <a:pPr algn="just">
              <a:lnSpc>
                <a:spcPts val="1679"/>
              </a:lnSpc>
              <a:spcBef>
                <a:spcPct val="0"/>
              </a:spcBef>
            </a:pPr>
            <a:r>
              <a:rPr lang="en-US" sz="1200">
                <a:solidFill>
                  <a:srgbClr val="000000"/>
                </a:solidFill>
                <a:latin typeface="Fredoka"/>
                <a:ea typeface="Fredoka"/>
                <a:cs typeface="Fredoka"/>
                <a:sym typeface="Fredoka"/>
              </a:rPr>
              <a:t>    Escuchar la indicación del profesor de finalización</a:t>
            </a:r>
          </a:p>
          <a:p>
            <a:pPr algn="just">
              <a:lnSpc>
                <a:spcPts val="1679"/>
              </a:lnSpc>
              <a:spcBef>
                <a:spcPct val="0"/>
              </a:spcBef>
            </a:pPr>
            <a:r>
              <a:rPr lang="en-US" sz="1200">
                <a:solidFill>
                  <a:srgbClr val="000000"/>
                </a:solidFill>
                <a:latin typeface="Fredoka"/>
                <a:ea typeface="Fredoka"/>
                <a:cs typeface="Fredoka"/>
                <a:sym typeface="Fredoka"/>
              </a:rPr>
              <a:t>    Guardar cuaderno y plumas</a:t>
            </a:r>
          </a:p>
          <a:p>
            <a:pPr algn="just">
              <a:lnSpc>
                <a:spcPts val="1679"/>
              </a:lnSpc>
              <a:spcBef>
                <a:spcPct val="0"/>
              </a:spcBef>
            </a:pPr>
            <a:r>
              <a:rPr lang="en-US" sz="1200">
                <a:solidFill>
                  <a:srgbClr val="000000"/>
                </a:solidFill>
                <a:latin typeface="Fredoka"/>
                <a:ea typeface="Fredoka"/>
                <a:cs typeface="Fredoka"/>
                <a:sym typeface="Fredoka"/>
              </a:rPr>
              <a:t>    </a:t>
            </a:r>
          </a:p>
          <a:p>
            <a:pPr algn="just">
              <a:lnSpc>
                <a:spcPts val="1679"/>
              </a:lnSpc>
              <a:spcBef>
                <a:spcPct val="0"/>
              </a:spcBef>
            </a:pPr>
            <a:r>
              <a:rPr lang="en-US" sz="1200">
                <a:solidFill>
                  <a:srgbClr val="000000"/>
                </a:solidFill>
                <a:latin typeface="Fredoka"/>
                <a:ea typeface="Fredoka"/>
                <a:cs typeface="Fredoka"/>
                <a:sym typeface="Fredoka"/>
              </a:rPr>
              <a:t>    // 9:01 Organizo mis cosas para la siguiente clase</a:t>
            </a:r>
          </a:p>
          <a:p>
            <a:pPr algn="just">
              <a:lnSpc>
                <a:spcPts val="1679"/>
              </a:lnSpc>
              <a:spcBef>
                <a:spcPct val="0"/>
              </a:spcBef>
            </a:pPr>
            <a:r>
              <a:rPr lang="en-US" sz="1200">
                <a:solidFill>
                  <a:srgbClr val="000000"/>
                </a:solidFill>
                <a:latin typeface="Fredoka"/>
                <a:ea typeface="Fredoka"/>
                <a:cs typeface="Fredoka"/>
                <a:sym typeface="Fredoka"/>
              </a:rPr>
              <a:t>    Revisar el horario para la siguiente clase</a:t>
            </a:r>
          </a:p>
          <a:p>
            <a:pPr algn="just">
              <a:lnSpc>
                <a:spcPts val="1679"/>
              </a:lnSpc>
              <a:spcBef>
                <a:spcPct val="0"/>
              </a:spcBef>
            </a:pPr>
            <a:r>
              <a:rPr lang="en-US" sz="1200">
                <a:solidFill>
                  <a:srgbClr val="000000"/>
                </a:solidFill>
                <a:latin typeface="Fredoka"/>
                <a:ea typeface="Fredoka"/>
                <a:cs typeface="Fredoka"/>
                <a:sym typeface="Fredoka"/>
              </a:rPr>
              <a:t>    Si necesito cambiar de salón Entonces</a:t>
            </a:r>
          </a:p>
          <a:p>
            <a:pPr algn="just">
              <a:lnSpc>
                <a:spcPts val="1679"/>
              </a:lnSpc>
              <a:spcBef>
                <a:spcPct val="0"/>
              </a:spcBef>
            </a:pPr>
            <a:r>
              <a:rPr lang="en-US" sz="1200">
                <a:solidFill>
                  <a:srgbClr val="000000"/>
                </a:solidFill>
                <a:latin typeface="Fredoka"/>
                <a:ea typeface="Fredoka"/>
                <a:cs typeface="Fredoka"/>
                <a:sym typeface="Fredoka"/>
              </a:rPr>
              <a:t>        Tomar la mochila</a:t>
            </a:r>
          </a:p>
          <a:p>
            <a:pPr algn="just">
              <a:lnSpc>
                <a:spcPts val="1679"/>
              </a:lnSpc>
              <a:spcBef>
                <a:spcPct val="0"/>
              </a:spcBef>
            </a:pPr>
            <a:r>
              <a:rPr lang="en-US" sz="1200">
                <a:solidFill>
                  <a:srgbClr val="000000"/>
                </a:solidFill>
                <a:latin typeface="Fredoka"/>
                <a:ea typeface="Fredoka"/>
                <a:cs typeface="Fredoka"/>
                <a:sym typeface="Fredoka"/>
              </a:rPr>
              <a:t>    FinSi</a:t>
            </a:r>
          </a:p>
          <a:p>
            <a:pPr algn="just">
              <a:lnSpc>
                <a:spcPts val="1679"/>
              </a:lnSpc>
              <a:spcBef>
                <a:spcPct val="0"/>
              </a:spcBef>
            </a:pPr>
            <a:r>
              <a:rPr lang="en-US" sz="1200">
                <a:solidFill>
                  <a:srgbClr val="000000"/>
                </a:solidFill>
                <a:latin typeface="Fredoka"/>
                <a:ea typeface="Fredoka"/>
                <a:cs typeface="Fredoka"/>
                <a:sym typeface="Fredoka"/>
              </a:rPr>
              <a:t>    Acomodar carpetas y libros en la mochila</a:t>
            </a:r>
          </a:p>
          <a:p>
            <a:pPr algn="just">
              <a:lnSpc>
                <a:spcPts val="1679"/>
              </a:lnSpc>
              <a:spcBef>
                <a:spcPct val="0"/>
              </a:spcBef>
            </a:pPr>
            <a:r>
              <a:rPr lang="en-US" sz="1200">
                <a:solidFill>
                  <a:srgbClr val="000000"/>
                </a:solidFill>
                <a:latin typeface="Fredoka"/>
                <a:ea typeface="Fredoka"/>
                <a:cs typeface="Fredoka"/>
                <a:sym typeface="Fredoka"/>
              </a:rPr>
              <a:t>    </a:t>
            </a:r>
          </a:p>
          <a:p>
            <a:pPr algn="just">
              <a:lnSpc>
                <a:spcPts val="1679"/>
              </a:lnSpc>
              <a:spcBef>
                <a:spcPct val="0"/>
              </a:spcBef>
            </a:pPr>
            <a:r>
              <a:rPr lang="en-US" sz="1200">
                <a:solidFill>
                  <a:srgbClr val="000000"/>
                </a:solidFill>
                <a:latin typeface="Fredoka"/>
                <a:ea typeface="Fredoka"/>
                <a:cs typeface="Fredoka"/>
                <a:sym typeface="Fredoka"/>
              </a:rPr>
              <a:t>    // 9:03 Cuento mi dinero exacto que tendré disponible para gastar</a:t>
            </a:r>
          </a:p>
          <a:p>
            <a:pPr algn="just">
              <a:lnSpc>
                <a:spcPts val="1679"/>
              </a:lnSpc>
              <a:spcBef>
                <a:spcPct val="0"/>
              </a:spcBef>
            </a:pPr>
            <a:r>
              <a:rPr lang="en-US" sz="1200">
                <a:solidFill>
                  <a:srgbClr val="000000"/>
                </a:solidFill>
                <a:latin typeface="Fredoka"/>
                <a:ea typeface="Fredoka"/>
                <a:cs typeface="Fredoka"/>
                <a:sym typeface="Fredoka"/>
              </a:rPr>
              <a:t>    Sacar la cartera o abrir la app del banco</a:t>
            </a:r>
          </a:p>
          <a:p>
            <a:pPr algn="just">
              <a:lnSpc>
                <a:spcPts val="1679"/>
              </a:lnSpc>
              <a:spcBef>
                <a:spcPct val="0"/>
              </a:spcBef>
            </a:pPr>
            <a:r>
              <a:rPr lang="en-US" sz="1200">
                <a:solidFill>
                  <a:srgbClr val="000000"/>
                </a:solidFill>
                <a:latin typeface="Fredoka"/>
                <a:ea typeface="Fredoka"/>
                <a:cs typeface="Fredoka"/>
                <a:sym typeface="Fredoka"/>
              </a:rPr>
              <a:t>    Contar el dinero disponible</a:t>
            </a:r>
          </a:p>
          <a:p>
            <a:pPr algn="just">
              <a:lnSpc>
                <a:spcPts val="1679"/>
              </a:lnSpc>
              <a:spcBef>
                <a:spcPct val="0"/>
              </a:spcBef>
            </a:pPr>
            <a:r>
              <a:rPr lang="en-US" sz="1200">
                <a:solidFill>
                  <a:srgbClr val="000000"/>
                </a:solidFill>
                <a:latin typeface="Fredoka"/>
                <a:ea typeface="Fredoka"/>
                <a:cs typeface="Fredoka"/>
                <a:sym typeface="Fredoka"/>
              </a:rPr>
              <a:t>    Si el dinero es suficiente para comprar comida Entonces</a:t>
            </a:r>
          </a:p>
          <a:p>
            <a:pPr algn="just">
              <a:lnSpc>
                <a:spcPts val="1679"/>
              </a:lnSpc>
              <a:spcBef>
                <a:spcPct val="0"/>
              </a:spcBef>
            </a:pPr>
            <a:r>
              <a:rPr lang="en-US" sz="1200">
                <a:solidFill>
                  <a:srgbClr val="000000"/>
                </a:solidFill>
                <a:latin typeface="Fredoka"/>
                <a:ea typeface="Fredoka"/>
                <a:cs typeface="Fredoka"/>
                <a:sym typeface="Fredoka"/>
              </a:rPr>
              <a:t>        // 9:04 Localizo el lugar donde compraré mi comida</a:t>
            </a:r>
          </a:p>
          <a:p>
            <a:pPr algn="just">
              <a:lnSpc>
                <a:spcPts val="1679"/>
              </a:lnSpc>
              <a:spcBef>
                <a:spcPct val="0"/>
              </a:spcBef>
            </a:pPr>
            <a:r>
              <a:rPr lang="en-US" sz="1200">
                <a:solidFill>
                  <a:srgbClr val="000000"/>
                </a:solidFill>
                <a:latin typeface="Fredoka"/>
                <a:ea typeface="Fredoka"/>
                <a:cs typeface="Fredoka"/>
                <a:sym typeface="Fredoka"/>
              </a:rPr>
              <a:t>        Revisar qué cafetería o puesto tiene menos gente</a:t>
            </a:r>
          </a:p>
          <a:p>
            <a:pPr algn="just">
              <a:lnSpc>
                <a:spcPts val="1679"/>
              </a:lnSpc>
              <a:spcBef>
                <a:spcPct val="0"/>
              </a:spcBef>
            </a:pPr>
            <a:r>
              <a:rPr lang="en-US" sz="1200">
                <a:solidFill>
                  <a:srgbClr val="000000"/>
                </a:solidFill>
                <a:latin typeface="Fredoka"/>
                <a:ea typeface="Fredoka"/>
                <a:cs typeface="Fredoka"/>
                <a:sym typeface="Fredoka"/>
              </a:rPr>
              <a:t>        Caminar hacia el lugar elegido</a:t>
            </a:r>
          </a:p>
          <a:p>
            <a:pPr algn="just">
              <a:lnSpc>
                <a:spcPts val="1679"/>
              </a:lnSpc>
              <a:spcBef>
                <a:spcPct val="0"/>
              </a:spcBef>
            </a:pPr>
            <a:r>
              <a:rPr lang="en-US" sz="1200">
                <a:solidFill>
                  <a:srgbClr val="000000"/>
                </a:solidFill>
                <a:latin typeface="Fredoka"/>
                <a:ea typeface="Fredoka"/>
                <a:cs typeface="Fredoka"/>
                <a:sym typeface="Fredoka"/>
              </a:rPr>
              <a:t>        </a:t>
            </a:r>
          </a:p>
          <a:p>
            <a:pPr algn="just">
              <a:lnSpc>
                <a:spcPts val="1679"/>
              </a:lnSpc>
              <a:spcBef>
                <a:spcPct val="0"/>
              </a:spcBef>
            </a:pPr>
            <a:r>
              <a:rPr lang="en-US" sz="1200">
                <a:solidFill>
                  <a:srgbClr val="000000"/>
                </a:solidFill>
                <a:latin typeface="Fredoka"/>
                <a:ea typeface="Fredoka"/>
                <a:cs typeface="Fredoka"/>
                <a:sym typeface="Fredoka"/>
              </a:rPr>
              <a:t>        // 9:05 Me formo en la fila donde me compraré de comer</a:t>
            </a:r>
          </a:p>
          <a:p>
            <a:pPr algn="just">
              <a:lnSpc>
                <a:spcPts val="1679"/>
              </a:lnSpc>
              <a:spcBef>
                <a:spcPct val="0"/>
              </a:spcBef>
            </a:pPr>
            <a:r>
              <a:rPr lang="en-US" sz="1200">
                <a:solidFill>
                  <a:srgbClr val="000000"/>
                </a:solidFill>
                <a:latin typeface="Fredoka"/>
                <a:ea typeface="Fredoka"/>
                <a:cs typeface="Fredoka"/>
                <a:sym typeface="Fredoka"/>
              </a:rPr>
              <a:t>        Integrarme a la fila</a:t>
            </a:r>
          </a:p>
          <a:p>
            <a:pPr algn="just">
              <a:lnSpc>
                <a:spcPts val="1679"/>
              </a:lnSpc>
              <a:spcBef>
                <a:spcPct val="0"/>
              </a:spcBef>
            </a:pPr>
            <a:r>
              <a:rPr lang="en-US" sz="1200">
                <a:solidFill>
                  <a:srgbClr val="000000"/>
                </a:solidFill>
                <a:latin typeface="Fredoka"/>
                <a:ea typeface="Fredoka"/>
                <a:cs typeface="Fredoka"/>
                <a:sym typeface="Fredoka"/>
              </a:rPr>
              <a:t>        Mientras haya personas delante de mí Hacer</a:t>
            </a:r>
          </a:p>
          <a:p>
            <a:pPr algn="just">
              <a:lnSpc>
                <a:spcPts val="1679"/>
              </a:lnSpc>
              <a:spcBef>
                <a:spcPct val="0"/>
              </a:spcBef>
            </a:pPr>
            <a:r>
              <a:rPr lang="en-US" sz="1200">
                <a:solidFill>
                  <a:srgbClr val="000000"/>
                </a:solidFill>
                <a:latin typeface="Fredoka"/>
                <a:ea typeface="Fredoka"/>
                <a:cs typeface="Fredoka"/>
                <a:sym typeface="Fredoka"/>
              </a:rPr>
              <a:t>            Esperar un paso hacia adelante</a:t>
            </a:r>
          </a:p>
          <a:p>
            <a:pPr algn="just">
              <a:lnSpc>
                <a:spcPts val="1679"/>
              </a:lnSpc>
              <a:spcBef>
                <a:spcPct val="0"/>
              </a:spcBef>
            </a:pPr>
            <a:r>
              <a:rPr lang="en-US" sz="1200">
                <a:solidFill>
                  <a:srgbClr val="000000"/>
                </a:solidFill>
                <a:latin typeface="Fredoka"/>
                <a:ea typeface="Fredoka"/>
                <a:cs typeface="Fredoka"/>
                <a:sym typeface="Fredoka"/>
              </a:rPr>
              <a:t>        FinMientras</a:t>
            </a:r>
          </a:p>
          <a:p>
            <a:pPr algn="just">
              <a:lnSpc>
                <a:spcPts val="1679"/>
              </a:lnSpc>
              <a:spcBef>
                <a:spcPct val="0"/>
              </a:spcBef>
            </a:pPr>
            <a:r>
              <a:rPr lang="en-US" sz="1200">
                <a:solidFill>
                  <a:srgbClr val="000000"/>
                </a:solidFill>
                <a:latin typeface="Fredoka"/>
                <a:ea typeface="Fredoka"/>
                <a:cs typeface="Fredoka"/>
                <a:sym typeface="Fredoka"/>
              </a:rPr>
              <a:t>        </a:t>
            </a:r>
          </a:p>
          <a:p>
            <a:pPr algn="just">
              <a:lnSpc>
                <a:spcPts val="1679"/>
              </a:lnSpc>
              <a:spcBef>
                <a:spcPct val="0"/>
              </a:spcBef>
            </a:pPr>
            <a:r>
              <a:rPr lang="en-US" sz="1200">
                <a:solidFill>
                  <a:srgbClr val="000000"/>
                </a:solidFill>
                <a:latin typeface="Fredoka"/>
                <a:ea typeface="Fredoka"/>
                <a:cs typeface="Fredoka"/>
                <a:sym typeface="Fredoka"/>
              </a:rPr>
              <a:t>        // 9:07 Ordeno lo que quiero comer</a:t>
            </a:r>
          </a:p>
          <a:p>
            <a:pPr algn="just">
              <a:lnSpc>
                <a:spcPts val="1679"/>
              </a:lnSpc>
              <a:spcBef>
                <a:spcPct val="0"/>
              </a:spcBef>
            </a:pPr>
            <a:r>
              <a:rPr lang="en-US" sz="1200">
                <a:solidFill>
                  <a:srgbClr val="000000"/>
                </a:solidFill>
                <a:latin typeface="Fredoka"/>
                <a:ea typeface="Fredoka"/>
                <a:cs typeface="Fredoka"/>
                <a:sym typeface="Fredoka"/>
              </a:rPr>
              <a:t>        Mirar el menú de opciones</a:t>
            </a:r>
          </a:p>
          <a:p>
            <a:pPr algn="just">
              <a:lnSpc>
                <a:spcPts val="1679"/>
              </a:lnSpc>
              <a:spcBef>
                <a:spcPct val="0"/>
              </a:spcBef>
            </a:pPr>
            <a:r>
              <a:rPr lang="en-US" sz="1200">
                <a:solidFill>
                  <a:srgbClr val="000000"/>
                </a:solidFill>
                <a:latin typeface="Fredoka"/>
                <a:ea typeface="Fredoka"/>
                <a:cs typeface="Fredoka"/>
                <a:sym typeface="Fredoka"/>
              </a:rPr>
              <a:t>        Si se me antoja algo caliente Entonces</a:t>
            </a:r>
          </a:p>
          <a:p>
            <a:pPr algn="just">
              <a:lnSpc>
                <a:spcPts val="1679"/>
              </a:lnSpc>
              <a:spcBef>
                <a:spcPct val="0"/>
              </a:spcBef>
            </a:pPr>
            <a:r>
              <a:rPr lang="en-US" sz="1200">
                <a:solidFill>
                  <a:srgbClr val="000000"/>
                </a:solidFill>
                <a:latin typeface="Fredoka"/>
                <a:ea typeface="Fredoka"/>
                <a:cs typeface="Fredoka"/>
                <a:sym typeface="Fredoka"/>
              </a:rPr>
              <a:t>            Pedir platillo preparado</a:t>
            </a:r>
          </a:p>
          <a:p>
            <a:pPr algn="just">
              <a:lnSpc>
                <a:spcPts val="1679"/>
              </a:lnSpc>
              <a:spcBef>
                <a:spcPct val="0"/>
              </a:spcBef>
            </a:pPr>
            <a:r>
              <a:rPr lang="en-US" sz="1200">
                <a:solidFill>
                  <a:srgbClr val="000000"/>
                </a:solidFill>
                <a:latin typeface="Fredoka"/>
                <a:ea typeface="Fredoka"/>
                <a:cs typeface="Fredoka"/>
                <a:sym typeface="Fredoka"/>
              </a:rPr>
              <a:t>        Sino</a:t>
            </a:r>
          </a:p>
          <a:p>
            <a:pPr algn="just">
              <a:lnSpc>
                <a:spcPts val="1679"/>
              </a:lnSpc>
              <a:spcBef>
                <a:spcPct val="0"/>
              </a:spcBef>
            </a:pPr>
            <a:r>
              <a:rPr lang="en-US" sz="1200">
                <a:solidFill>
                  <a:srgbClr val="000000"/>
                </a:solidFill>
                <a:latin typeface="Fredoka"/>
                <a:ea typeface="Fredoka"/>
                <a:cs typeface="Fredoka"/>
                <a:sym typeface="Fredoka"/>
              </a:rPr>
              <a:t>            Pedir un snack o sándwich rápido</a:t>
            </a:r>
          </a:p>
          <a:p>
            <a:pPr algn="just">
              <a:lnSpc>
                <a:spcPts val="1679"/>
              </a:lnSpc>
              <a:spcBef>
                <a:spcPct val="0"/>
              </a:spcBef>
            </a:pPr>
            <a:r>
              <a:rPr lang="en-US" sz="1200">
                <a:solidFill>
                  <a:srgbClr val="000000"/>
                </a:solidFill>
                <a:latin typeface="Fredoka"/>
                <a:ea typeface="Fredoka"/>
                <a:cs typeface="Fredoka"/>
                <a:sym typeface="Fredoka"/>
              </a:rPr>
              <a:t>        FinSi</a:t>
            </a:r>
          </a:p>
          <a:p>
            <a:pPr algn="just">
              <a:lnSpc>
                <a:spcPts val="1679"/>
              </a:lnSpc>
              <a:spcBef>
                <a:spcPct val="0"/>
              </a:spcBef>
            </a:pPr>
            <a:r>
              <a:rPr lang="en-US" sz="1200">
                <a:solidFill>
                  <a:srgbClr val="000000"/>
                </a:solidFill>
                <a:latin typeface="Fredoka"/>
                <a:ea typeface="Fredoka"/>
                <a:cs typeface="Fredoka"/>
                <a:sym typeface="Fredoka"/>
              </a:rPr>
              <a:t>        Pagar con el dinero contado</a:t>
            </a:r>
          </a:p>
          <a:p>
            <a:pPr algn="just">
              <a:lnSpc>
                <a:spcPts val="1679"/>
              </a:lnSpc>
              <a:spcBef>
                <a:spcPct val="0"/>
              </a:spcBef>
            </a:pPr>
            <a:r>
              <a:rPr lang="en-US" sz="1200">
                <a:solidFill>
                  <a:srgbClr val="000000"/>
                </a:solidFill>
                <a:latin typeface="Fredoka"/>
                <a:ea typeface="Fredoka"/>
                <a:cs typeface="Fredoka"/>
                <a:sym typeface="Fredoka"/>
              </a:rPr>
              <a:t>        </a:t>
            </a:r>
          </a:p>
          <a:p>
            <a:pPr algn="just">
              <a:lnSpc>
                <a:spcPts val="1679"/>
              </a:lnSpc>
              <a:spcBef>
                <a:spcPct val="0"/>
              </a:spcBef>
            </a:pPr>
            <a:r>
              <a:rPr lang="en-US" sz="1200">
                <a:solidFill>
                  <a:srgbClr val="000000"/>
                </a:solidFill>
                <a:latin typeface="Fredoka"/>
                <a:ea typeface="Fredoka"/>
                <a:cs typeface="Fredoka"/>
                <a:sym typeface="Fredoka"/>
              </a:rPr>
              <a:t>        // 9:10 Espero mi comida y después la recojo</a:t>
            </a:r>
          </a:p>
          <a:p>
            <a:pPr algn="just">
              <a:lnSpc>
                <a:spcPts val="1679"/>
              </a:lnSpc>
              <a:spcBef>
                <a:spcPct val="0"/>
              </a:spcBef>
            </a:pPr>
            <a:r>
              <a:rPr lang="en-US" sz="1200">
                <a:solidFill>
                  <a:srgbClr val="000000"/>
                </a:solidFill>
                <a:latin typeface="Fredoka"/>
                <a:ea typeface="Fredoka"/>
                <a:cs typeface="Fredoka"/>
                <a:sym typeface="Fredoka"/>
              </a:rPr>
              <a:t>        Mientras no llamen mi número o pedido Hacer</a:t>
            </a:r>
          </a:p>
          <a:p>
            <a:pPr algn="just">
              <a:lnSpc>
                <a:spcPts val="1679"/>
              </a:lnSpc>
              <a:spcBef>
                <a:spcPct val="0"/>
              </a:spcBef>
            </a:pPr>
            <a:r>
              <a:rPr lang="en-US" sz="1200">
                <a:solidFill>
                  <a:srgbClr val="000000"/>
                </a:solidFill>
                <a:latin typeface="Fredoka"/>
                <a:ea typeface="Fredoka"/>
                <a:cs typeface="Fredoka"/>
                <a:sym typeface="Fredoka"/>
              </a:rPr>
              <a:t>            Esperar en la barra</a:t>
            </a:r>
          </a:p>
          <a:p>
            <a:pPr algn="just">
              <a:lnSpc>
                <a:spcPts val="1679"/>
              </a:lnSpc>
              <a:spcBef>
                <a:spcPct val="0"/>
              </a:spcBef>
            </a:pPr>
            <a:r>
              <a:rPr lang="en-US" sz="1200">
                <a:solidFill>
                  <a:srgbClr val="000000"/>
                </a:solidFill>
                <a:latin typeface="Fredoka"/>
                <a:ea typeface="Fredoka"/>
                <a:cs typeface="Fredoka"/>
                <a:sym typeface="Fredoka"/>
              </a:rPr>
              <a:t>        FinMientras</a:t>
            </a:r>
          </a:p>
          <a:p>
            <a:pPr algn="just">
              <a:lnSpc>
                <a:spcPts val="1679"/>
              </a:lnSpc>
              <a:spcBef>
                <a:spcPct val="0"/>
              </a:spcBef>
            </a:pPr>
            <a:r>
              <a:rPr lang="en-US" sz="1200">
                <a:solidFill>
                  <a:srgbClr val="000000"/>
                </a:solidFill>
                <a:latin typeface="Fredoka"/>
                <a:ea typeface="Fredoka"/>
                <a:cs typeface="Fredoka"/>
                <a:sym typeface="Fredoka"/>
              </a:rPr>
              <a:t>        Recoger la bandeja o bolsa con la comida</a:t>
            </a:r>
          </a:p>
          <a:p>
            <a:pPr algn="just">
              <a:lnSpc>
                <a:spcPts val="1679"/>
              </a:lnSpc>
              <a:spcBef>
                <a:spcPct val="0"/>
              </a:spcBef>
            </a:pPr>
            <a:r>
              <a:rPr lang="en-US" sz="1200">
                <a:solidFill>
                  <a:srgbClr val="000000"/>
                </a:solidFill>
                <a:latin typeface="Fredoka"/>
                <a:ea typeface="Fredoka"/>
                <a:cs typeface="Fredoka"/>
                <a:sym typeface="Fredoka"/>
              </a:rPr>
              <a:t>        </a:t>
            </a:r>
          </a:p>
          <a:p>
            <a:pPr algn="just">
              <a:lnSpc>
                <a:spcPts val="1679"/>
              </a:lnSpc>
              <a:spcBef>
                <a:spcPct val="0"/>
              </a:spcBef>
            </a:pPr>
            <a:r>
              <a:rPr lang="en-US" sz="1200">
                <a:solidFill>
                  <a:srgbClr val="000000"/>
                </a:solidFill>
                <a:latin typeface="Fredoka"/>
                <a:ea typeface="Fredoka"/>
                <a:cs typeface="Fredoka"/>
                <a:sym typeface="Fredoka"/>
              </a:rPr>
              <a:t>        // 9:11 Me pongo a comer lo que pedí</a:t>
            </a:r>
          </a:p>
          <a:p>
            <a:pPr algn="just">
              <a:lnSpc>
                <a:spcPts val="1679"/>
              </a:lnSpc>
              <a:spcBef>
                <a:spcPct val="0"/>
              </a:spcBef>
            </a:pPr>
            <a:r>
              <a:rPr lang="en-US" sz="1200">
                <a:solidFill>
                  <a:srgbClr val="000000"/>
                </a:solidFill>
                <a:latin typeface="Fredoka"/>
                <a:ea typeface="Fredoka"/>
                <a:cs typeface="Fredoka"/>
                <a:sym typeface="Fredoka"/>
              </a:rPr>
              <a:t>        Buscar una mesa desocupada</a:t>
            </a:r>
          </a:p>
          <a:p>
            <a:pPr algn="just">
              <a:lnSpc>
                <a:spcPts val="1679"/>
              </a:lnSpc>
              <a:spcBef>
                <a:spcPct val="0"/>
              </a:spcBef>
            </a:pPr>
            <a:r>
              <a:rPr lang="en-US" sz="1200">
                <a:solidFill>
                  <a:srgbClr val="000000"/>
                </a:solidFill>
                <a:latin typeface="Fredoka"/>
                <a:ea typeface="Fredoka"/>
                <a:cs typeface="Fredoka"/>
                <a:sym typeface="Fredoka"/>
              </a:rPr>
              <a:t>        Sentarme a comer</a:t>
            </a:r>
          </a:p>
          <a:p>
            <a:pPr algn="just">
              <a:lnSpc>
                <a:spcPts val="1679"/>
              </a:lnSpc>
              <a:spcBef>
                <a:spcPct val="0"/>
              </a:spcBef>
            </a:pPr>
            <a:r>
              <a:rPr lang="en-US" sz="1200">
                <a:solidFill>
                  <a:srgbClr val="000000"/>
                </a:solidFill>
                <a:latin typeface="Fredoka"/>
                <a:ea typeface="Fredoka"/>
                <a:cs typeface="Fredoka"/>
                <a:sym typeface="Fredoka"/>
              </a:rPr>
              <a:t>        Mientras conserve comida en el plato Hacer</a:t>
            </a:r>
          </a:p>
          <a:p>
            <a:pPr algn="just">
              <a:lnSpc>
                <a:spcPts val="1679"/>
              </a:lnSpc>
              <a:spcBef>
                <a:spcPct val="0"/>
              </a:spcBef>
            </a:pPr>
            <a:r>
              <a:rPr lang="en-US" sz="1200">
                <a:solidFill>
                  <a:srgbClr val="000000"/>
                </a:solidFill>
                <a:latin typeface="Fredoka"/>
                <a:ea typeface="Fredoka"/>
                <a:cs typeface="Fredoka"/>
                <a:sym typeface="Fredoka"/>
              </a:rPr>
              <a:t>            Disfrutar los alimentos</a:t>
            </a:r>
          </a:p>
          <a:p>
            <a:pPr algn="just">
              <a:lnSpc>
                <a:spcPts val="1679"/>
              </a:lnSpc>
              <a:spcBef>
                <a:spcPct val="0"/>
              </a:spcBef>
            </a:pPr>
            <a:r>
              <a:rPr lang="en-US" sz="1200">
                <a:solidFill>
                  <a:srgbClr val="000000"/>
                </a:solidFill>
                <a:latin typeface="Fredoka"/>
                <a:ea typeface="Fredoka"/>
                <a:cs typeface="Fredoka"/>
                <a:sym typeface="Fredoka"/>
              </a:rPr>
              <a:t>        </a:t>
            </a:r>
          </a:p>
          <a:p>
            <a:pPr algn="just">
              <a:lnSpc>
                <a:spcPts val="1679"/>
              </a:lnSpc>
              <a:spcBef>
                <a:spcPct val="0"/>
              </a:spcBef>
            </a:pPr>
            <a:r>
              <a:rPr lang="en-US" sz="1200">
                <a:solidFill>
                  <a:srgbClr val="000000"/>
                </a:solidFill>
                <a:latin typeface="Fredoka"/>
                <a:ea typeface="Fredoka"/>
                <a:cs typeface="Fredoka"/>
                <a:sym typeface="Fredoka"/>
              </a:rPr>
              <a:t>        </a:t>
            </a:r>
          </a:p>
          <a:p>
            <a:pPr algn="just">
              <a:lnSpc>
                <a:spcPts val="1679"/>
              </a:lnSpc>
              <a:spcBef>
                <a:spcPct val="0"/>
              </a:spcBef>
            </a:pPr>
            <a:r>
              <a:rPr lang="en-US" sz="1200">
                <a:solidFill>
                  <a:srgbClr val="000000"/>
                </a:solidFill>
                <a:latin typeface="Fredoka"/>
                <a:ea typeface="Fredoka"/>
                <a:cs typeface="Fredoka"/>
                <a:sym typeface="Fredoka"/>
              </a:rPr>
              <a:t>        </a:t>
            </a:r>
          </a:p>
          <a:p>
            <a:pPr algn="just">
              <a:lnSpc>
                <a:spcPts val="1679"/>
              </a:lnSpc>
              <a:spcBef>
                <a:spcPct val="0"/>
              </a:spcBef>
            </a:pPr>
            <a:r>
              <a:rPr lang="en-US" sz="1200">
                <a:solidFill>
                  <a:srgbClr val="000000"/>
                </a:solidFill>
                <a:latin typeface="Fredoka"/>
                <a:ea typeface="Fredoka"/>
                <a:cs typeface="Fredoka"/>
                <a:sym typeface="Fredoka"/>
              </a:rPr>
              <a:t>Fin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3073581" y="147908"/>
            <a:ext cx="2612827" cy="3492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>
                <a:solidFill>
                  <a:srgbClr val="000000"/>
                </a:solidFill>
                <a:latin typeface="Fredoka"/>
                <a:ea typeface="Fredoka"/>
                <a:cs typeface="Fredoka"/>
                <a:sym typeface="Fredoka"/>
              </a:rPr>
              <a:t>Paso 4: Pseudocódigo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>
  <p:cSld>
    <p:bg>
      <p:bgPr>
        <a:solidFill>
          <a:srgbClr val="F1EDE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87588" y="168659"/>
            <a:ext cx="6784812" cy="58654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1679"/>
              </a:lnSpc>
            </a:pPr>
            <a:r>
              <a:rPr lang="en-US" sz="1200">
                <a:solidFill>
                  <a:srgbClr val="000000"/>
                </a:solidFill>
                <a:latin typeface="Fredoka"/>
                <a:ea typeface="Fredoka"/>
                <a:cs typeface="Fredoka"/>
                <a:sym typeface="Fredoka"/>
              </a:rPr>
              <a:t>// 9:17 Tiro la basura que me sobró</a:t>
            </a:r>
          </a:p>
          <a:p>
            <a:pPr algn="just">
              <a:lnSpc>
                <a:spcPts val="1679"/>
              </a:lnSpc>
            </a:pPr>
            <a:r>
              <a:rPr lang="en-US" sz="1200">
                <a:solidFill>
                  <a:srgbClr val="000000"/>
                </a:solidFill>
                <a:latin typeface="Fredoka"/>
                <a:ea typeface="Fredoka"/>
                <a:cs typeface="Fredoka"/>
                <a:sym typeface="Fredoka"/>
              </a:rPr>
              <a:t> Juntar las servilletas, envolturas y desechables</a:t>
            </a:r>
          </a:p>
          <a:p>
            <a:pPr algn="just">
              <a:lnSpc>
                <a:spcPts val="1679"/>
              </a:lnSpc>
            </a:pPr>
            <a:r>
              <a:rPr lang="en-US" sz="1200">
                <a:solidFill>
                  <a:srgbClr val="000000"/>
                </a:solidFill>
                <a:latin typeface="Fredoka"/>
                <a:ea typeface="Fredoka"/>
                <a:cs typeface="Fredoka"/>
                <a:sym typeface="Fredoka"/>
              </a:rPr>
              <a:t> Caminar hacia el bote de basura</a:t>
            </a:r>
          </a:p>
          <a:p>
            <a:pPr algn="just">
              <a:lnSpc>
                <a:spcPts val="1679"/>
              </a:lnSpc>
            </a:pPr>
            <a:r>
              <a:rPr lang="en-US" sz="1200">
                <a:solidFill>
                  <a:srgbClr val="000000"/>
                </a:solidFill>
                <a:latin typeface="Fredoka"/>
                <a:ea typeface="Fredoka"/>
                <a:cs typeface="Fredoka"/>
                <a:sym typeface="Fredoka"/>
              </a:rPr>
              <a:t> Depositar los residuos en el contenedor correcto</a:t>
            </a:r>
          </a:p>
          <a:p>
            <a:pPr algn="just">
              <a:lnSpc>
                <a:spcPts val="1679"/>
              </a:lnSpc>
            </a:pPr>
            <a:r>
              <a:rPr lang="en-US" sz="1200">
                <a:solidFill>
                  <a:srgbClr val="000000"/>
                </a:solidFill>
                <a:latin typeface="Fredoka"/>
                <a:ea typeface="Fredoka"/>
                <a:cs typeface="Fredoka"/>
                <a:sym typeface="Fredoka"/>
              </a:rPr>
              <a:t> Sino</a:t>
            </a:r>
          </a:p>
          <a:p>
            <a:pPr algn="just">
              <a:lnSpc>
                <a:spcPts val="1679"/>
              </a:lnSpc>
            </a:pPr>
            <a:r>
              <a:rPr lang="en-US" sz="1200">
                <a:solidFill>
                  <a:srgbClr val="000000"/>
                </a:solidFill>
                <a:latin typeface="Fredoka"/>
                <a:ea typeface="Fredoka"/>
                <a:cs typeface="Fredoka"/>
                <a:sym typeface="Fredoka"/>
              </a:rPr>
              <a:t> Escribirle a un amigo o buscar un snack que traiga guardado</a:t>
            </a:r>
          </a:p>
          <a:p>
            <a:pPr algn="just">
              <a:lnSpc>
                <a:spcPts val="1679"/>
              </a:lnSpc>
            </a:pPr>
            <a:r>
              <a:rPr lang="en-US" sz="1200">
                <a:solidFill>
                  <a:srgbClr val="000000"/>
                </a:solidFill>
                <a:latin typeface="Fredoka"/>
                <a:ea typeface="Fredoka"/>
                <a:cs typeface="Fredoka"/>
                <a:sym typeface="Fredoka"/>
              </a:rPr>
              <a:t> FinSi</a:t>
            </a:r>
          </a:p>
          <a:p>
            <a:pPr algn="just">
              <a:lnSpc>
                <a:spcPts val="1679"/>
              </a:lnSpc>
            </a:pPr>
            <a:r>
              <a:rPr lang="en-US" sz="1200">
                <a:solidFill>
                  <a:srgbClr val="000000"/>
                </a:solidFill>
                <a:latin typeface="Fredoka"/>
                <a:ea typeface="Fredoka"/>
                <a:cs typeface="Fredoka"/>
                <a:sym typeface="Fredoka"/>
              </a:rPr>
              <a:t> </a:t>
            </a:r>
          </a:p>
          <a:p>
            <a:pPr algn="just">
              <a:lnSpc>
                <a:spcPts val="1679"/>
              </a:lnSpc>
            </a:pPr>
            <a:r>
              <a:rPr lang="en-US" sz="1200">
                <a:solidFill>
                  <a:srgbClr val="000000"/>
                </a:solidFill>
                <a:latin typeface="Fredoka"/>
                <a:ea typeface="Fredoka"/>
                <a:cs typeface="Fredoka"/>
                <a:sym typeface="Fredoka"/>
              </a:rPr>
              <a:t> // 9:18 Voy al baño rápido</a:t>
            </a:r>
          </a:p>
          <a:p>
            <a:pPr algn="just">
              <a:lnSpc>
                <a:spcPts val="1679"/>
              </a:lnSpc>
            </a:pPr>
            <a:r>
              <a:rPr lang="en-US" sz="1200">
                <a:solidFill>
                  <a:srgbClr val="000000"/>
                </a:solidFill>
                <a:latin typeface="Fredoka"/>
                <a:ea typeface="Fredoka"/>
                <a:cs typeface="Fredoka"/>
                <a:sym typeface="Fredoka"/>
              </a:rPr>
              <a:t> Caminar al baño más cercano</a:t>
            </a:r>
          </a:p>
          <a:p>
            <a:pPr algn="just">
              <a:lnSpc>
                <a:spcPts val="1679"/>
              </a:lnSpc>
            </a:pPr>
            <a:r>
              <a:rPr lang="en-US" sz="1200">
                <a:solidFill>
                  <a:srgbClr val="000000"/>
                </a:solidFill>
                <a:latin typeface="Fredoka"/>
                <a:ea typeface="Fredoka"/>
                <a:cs typeface="Fredoka"/>
                <a:sym typeface="Fredoka"/>
              </a:rPr>
              <a:t> Si el baño está libre Entonces</a:t>
            </a:r>
          </a:p>
          <a:p>
            <a:pPr algn="just">
              <a:lnSpc>
                <a:spcPts val="1679"/>
              </a:lnSpc>
            </a:pPr>
            <a:r>
              <a:rPr lang="en-US" sz="1200">
                <a:solidFill>
                  <a:srgbClr val="000000"/>
                </a:solidFill>
                <a:latin typeface="Fredoka"/>
                <a:ea typeface="Fredoka"/>
                <a:cs typeface="Fredoka"/>
                <a:sym typeface="Fredoka"/>
              </a:rPr>
              <a:t> Entrar, usarlo y lavarme las manos</a:t>
            </a:r>
          </a:p>
          <a:p>
            <a:pPr algn="just">
              <a:lnSpc>
                <a:spcPts val="1679"/>
              </a:lnSpc>
            </a:pPr>
            <a:r>
              <a:rPr lang="en-US" sz="1200">
                <a:solidFill>
                  <a:srgbClr val="000000"/>
                </a:solidFill>
                <a:latin typeface="Fredoka"/>
                <a:ea typeface="Fredoka"/>
                <a:cs typeface="Fredoka"/>
                <a:sym typeface="Fredoka"/>
              </a:rPr>
              <a:t> Sino</a:t>
            </a:r>
          </a:p>
          <a:p>
            <a:pPr algn="just">
              <a:lnSpc>
                <a:spcPts val="1679"/>
              </a:lnSpc>
            </a:pPr>
            <a:r>
              <a:rPr lang="en-US" sz="1200">
                <a:solidFill>
                  <a:srgbClr val="000000"/>
                </a:solidFill>
                <a:latin typeface="Fredoka"/>
                <a:ea typeface="Fredoka"/>
                <a:cs typeface="Fredoka"/>
                <a:sym typeface="Fredoka"/>
              </a:rPr>
              <a:t> Esperar un momento o usar el gel antibacterial</a:t>
            </a:r>
          </a:p>
          <a:p>
            <a:pPr algn="just">
              <a:lnSpc>
                <a:spcPts val="1679"/>
              </a:lnSpc>
            </a:pPr>
            <a:r>
              <a:rPr lang="en-US" sz="1200">
                <a:solidFill>
                  <a:srgbClr val="000000"/>
                </a:solidFill>
                <a:latin typeface="Fredoka"/>
                <a:ea typeface="Fredoka"/>
                <a:cs typeface="Fredoka"/>
                <a:sym typeface="Fredoka"/>
              </a:rPr>
              <a:t> FinSi</a:t>
            </a:r>
          </a:p>
          <a:p>
            <a:pPr algn="just">
              <a:lnSpc>
                <a:spcPts val="1679"/>
              </a:lnSpc>
            </a:pPr>
            <a:r>
              <a:rPr lang="en-US" sz="1200">
                <a:solidFill>
                  <a:srgbClr val="000000"/>
                </a:solidFill>
                <a:latin typeface="Fredoka"/>
                <a:ea typeface="Fredoka"/>
                <a:cs typeface="Fredoka"/>
                <a:sym typeface="Fredoka"/>
              </a:rPr>
              <a:t> </a:t>
            </a:r>
          </a:p>
          <a:p>
            <a:pPr algn="just">
              <a:lnSpc>
                <a:spcPts val="1679"/>
              </a:lnSpc>
            </a:pPr>
            <a:r>
              <a:rPr lang="en-US" sz="1200">
                <a:solidFill>
                  <a:srgbClr val="000000"/>
                </a:solidFill>
                <a:latin typeface="Fredoka"/>
                <a:ea typeface="Fredoka"/>
                <a:cs typeface="Fredoka"/>
                <a:sym typeface="Fredoka"/>
              </a:rPr>
              <a:t> // 9:20 Llego a mi salón a tiempo</a:t>
            </a:r>
          </a:p>
          <a:p>
            <a:pPr algn="just">
              <a:lnSpc>
                <a:spcPts val="1679"/>
              </a:lnSpc>
            </a:pPr>
            <a:r>
              <a:rPr lang="en-US" sz="1200">
                <a:solidFill>
                  <a:srgbClr val="000000"/>
                </a:solidFill>
                <a:latin typeface="Fredoka"/>
                <a:ea typeface="Fredoka"/>
                <a:cs typeface="Fredoka"/>
                <a:sym typeface="Fredoka"/>
              </a:rPr>
              <a:t> Caminar hacia el salón de la siguiente clase</a:t>
            </a:r>
          </a:p>
          <a:p>
            <a:pPr algn="just">
              <a:lnSpc>
                <a:spcPts val="1679"/>
              </a:lnSpc>
            </a:pPr>
            <a:r>
              <a:rPr lang="en-US" sz="1200">
                <a:solidFill>
                  <a:srgbClr val="000000"/>
                </a:solidFill>
                <a:latin typeface="Fredoka"/>
                <a:ea typeface="Fredoka"/>
                <a:cs typeface="Fredoka"/>
                <a:sym typeface="Fredoka"/>
              </a:rPr>
              <a:t> Verificar la hora en el teléfono</a:t>
            </a:r>
          </a:p>
          <a:p>
            <a:pPr algn="just">
              <a:lnSpc>
                <a:spcPts val="1679"/>
              </a:lnSpc>
            </a:pPr>
            <a:r>
              <a:rPr lang="en-US" sz="1200">
                <a:solidFill>
                  <a:srgbClr val="000000"/>
                </a:solidFill>
                <a:latin typeface="Fredoka"/>
                <a:ea typeface="Fredoka"/>
                <a:cs typeface="Fredoka"/>
                <a:sym typeface="Fredoka"/>
              </a:rPr>
              <a:t> Si faltan minutos para las 9:20 Entonces</a:t>
            </a:r>
          </a:p>
          <a:p>
            <a:pPr algn="just">
              <a:lnSpc>
                <a:spcPts val="1679"/>
              </a:lnSpc>
            </a:pPr>
            <a:r>
              <a:rPr lang="en-US" sz="1200">
                <a:solidFill>
                  <a:srgbClr val="000000"/>
                </a:solidFill>
                <a:latin typeface="Fredoka"/>
                <a:ea typeface="Fredoka"/>
                <a:cs typeface="Fredoka"/>
                <a:sym typeface="Fredoka"/>
              </a:rPr>
              <a:t> Entrar relajada y buscar el mejor lugar</a:t>
            </a:r>
          </a:p>
          <a:p>
            <a:pPr algn="just">
              <a:lnSpc>
                <a:spcPts val="1679"/>
              </a:lnSpc>
            </a:pPr>
            <a:r>
              <a:rPr lang="en-US" sz="1200">
                <a:solidFill>
                  <a:srgbClr val="000000"/>
                </a:solidFill>
                <a:latin typeface="Fredoka"/>
                <a:ea typeface="Fredoka"/>
                <a:cs typeface="Fredoka"/>
                <a:sym typeface="Fredoka"/>
              </a:rPr>
              <a:t> Sino</a:t>
            </a:r>
          </a:p>
          <a:p>
            <a:pPr algn="just">
              <a:lnSpc>
                <a:spcPts val="1679"/>
              </a:lnSpc>
            </a:pPr>
            <a:r>
              <a:rPr lang="en-US" sz="1200">
                <a:solidFill>
                  <a:srgbClr val="000000"/>
                </a:solidFill>
                <a:latin typeface="Fredoka"/>
                <a:ea typeface="Fredoka"/>
                <a:cs typeface="Fredoka"/>
                <a:sym typeface="Fredoka"/>
              </a:rPr>
              <a:t> Acelerar el paso e ingresar al salón</a:t>
            </a:r>
          </a:p>
          <a:p>
            <a:pPr algn="just">
              <a:lnSpc>
                <a:spcPts val="1679"/>
              </a:lnSpc>
            </a:pPr>
            <a:r>
              <a:rPr lang="en-US" sz="1200">
                <a:solidFill>
                  <a:srgbClr val="000000"/>
                </a:solidFill>
                <a:latin typeface="Fredoka"/>
                <a:ea typeface="Fredoka"/>
                <a:cs typeface="Fredoka"/>
                <a:sym typeface="Fredoka"/>
              </a:rPr>
              <a:t> FinSi</a:t>
            </a:r>
          </a:p>
          <a:p>
            <a:pPr algn="just">
              <a:lnSpc>
                <a:spcPts val="1679"/>
              </a:lnSpc>
            </a:pPr>
            <a:r>
              <a:rPr lang="en-US" sz="1200">
                <a:solidFill>
                  <a:srgbClr val="000000"/>
                </a:solidFill>
                <a:latin typeface="Fredoka"/>
                <a:ea typeface="Fredoka"/>
                <a:cs typeface="Fredoka"/>
                <a:sym typeface="Fredoka"/>
              </a:rPr>
              <a:t> </a:t>
            </a:r>
          </a:p>
          <a:p>
            <a:pPr algn="just">
              <a:lnSpc>
                <a:spcPts val="1679"/>
              </a:lnSpc>
            </a:pPr>
            <a:r>
              <a:rPr lang="en-US" sz="1200">
                <a:solidFill>
                  <a:srgbClr val="000000"/>
                </a:solidFill>
                <a:latin typeface="Fredoka"/>
                <a:ea typeface="Fredoka"/>
                <a:cs typeface="Fredoka"/>
                <a:sym typeface="Fredoka"/>
              </a:rPr>
              <a:t> Saludar a mis compañeros y acomodarme para la clase</a:t>
            </a:r>
          </a:p>
          <a:p>
            <a:pPr algn="just">
              <a:lnSpc>
                <a:spcPts val="1679"/>
              </a:lnSpc>
            </a:pPr>
            <a:r>
              <a:rPr lang="en-US" sz="1200">
                <a:solidFill>
                  <a:srgbClr val="000000"/>
                </a:solidFill>
                <a:latin typeface="Fredoka"/>
                <a:ea typeface="Fredoka"/>
                <a:cs typeface="Fredoka"/>
                <a:sym typeface="Fredoka"/>
              </a:rPr>
              <a:t>Fin</a:t>
            </a:r>
          </a:p>
          <a:p>
            <a:pPr algn="just">
              <a:lnSpc>
                <a:spcPts val="1679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EDE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130089" y="643614"/>
            <a:ext cx="5512222" cy="9414786"/>
          </a:xfrm>
          <a:custGeom>
            <a:avLst/>
            <a:gdLst/>
            <a:ahLst/>
            <a:cxnLst/>
            <a:rect r="r" b="b" t="t" l="l"/>
            <a:pathLst>
              <a:path h="9414786" w="5512222">
                <a:moveTo>
                  <a:pt x="0" y="0"/>
                </a:moveTo>
                <a:lnTo>
                  <a:pt x="5512222" y="0"/>
                </a:lnTo>
                <a:lnTo>
                  <a:pt x="5512222" y="9414786"/>
                </a:lnTo>
                <a:lnTo>
                  <a:pt x="0" y="941478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4434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2844626" y="89287"/>
            <a:ext cx="2083147" cy="3492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>
                <a:solidFill>
                  <a:srgbClr val="000000"/>
                </a:solidFill>
                <a:latin typeface="Fredoka"/>
                <a:ea typeface="Fredoka"/>
                <a:cs typeface="Fredoka"/>
                <a:sym typeface="Fredoka"/>
              </a:rPr>
              <a:t>Paso 5: Diagrama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DAHX_nUE_lQ</dc:identifier>
  <dcterms:modified xsi:type="dcterms:W3CDTF">2011-08-01T06:04:30Z</dcterms:modified>
  <cp:revision>1</cp:revision>
  <dc:title>Actividad 1. AL07308762</dc:title>
</cp:coreProperties>
</file>